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5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62" r:id="rId4"/>
    <p:sldId id="273" r:id="rId5"/>
    <p:sldId id="284" r:id="rId6"/>
    <p:sldId id="274" r:id="rId7"/>
    <p:sldId id="257" r:id="rId8"/>
    <p:sldId id="264" r:id="rId9"/>
    <p:sldId id="265" r:id="rId10"/>
    <p:sldId id="263" r:id="rId11"/>
    <p:sldId id="261" r:id="rId12"/>
    <p:sldId id="296" r:id="rId13"/>
    <p:sldId id="268" r:id="rId14"/>
    <p:sldId id="270" r:id="rId15"/>
    <p:sldId id="271" r:id="rId16"/>
    <p:sldId id="269" r:id="rId17"/>
    <p:sldId id="285" r:id="rId18"/>
  </p:sldIdLst>
  <p:sldSz cx="12192000" cy="6858000"/>
  <p:notesSz cx="6858000" cy="9144000"/>
  <p:custDataLst>
    <p:tags r:id="rId2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20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3.xml"/><Relationship Id="rId17" Type="http://schemas.openxmlformats.org/officeDocument/2006/relationships/tags" Target="../tags/tag2.xml"/><Relationship Id="rId16" Type="http://schemas.openxmlformats.org/officeDocument/2006/relationships/tags" Target="../tags/tag1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5.web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Android </a:t>
            </a:r>
            <a:r>
              <a:t>General</a:t>
            </a:r>
          </a:p>
        </p:txBody>
      </p:sp>
      <p:sp>
        <p:nvSpPr>
          <p:cNvPr id="120" name="Shape 120"/>
          <p:cNvSpPr/>
          <p:nvPr>
            <p:ph type="subTitle" sz="quarter" idx="1"/>
          </p:nvPr>
        </p:nvSpPr>
        <p:spPr>
          <a:xfrm>
            <a:off x="1524000" y="5434330"/>
            <a:ext cx="9144000" cy="713740"/>
          </a:xfrm>
          <a:prstGeom prst="rect">
            <a:avLst/>
          </a:prstGeom>
        </p:spPr>
        <p:txBody>
          <a:bodyPr>
            <a:normAutofit fontScale="65000"/>
          </a:bodyPr>
          <a:lstStyle/>
          <a:p>
            <a:r>
              <a:t>Sparks Lu</a:t>
            </a:r>
          </a:p>
          <a:p>
            <a:r>
              <a:rPr lang="en-US"/>
              <a:t>Last updated: 11/9/2021</a:t>
            </a:r>
            <a:endParaRPr 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Android Versions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268730"/>
            <a:ext cx="10210800" cy="5400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Dev Env on Windows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14745" cy="4549140"/>
          </a:xfrm>
        </p:spPr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Download and install JDK</a:t>
            </a:r>
            <a:endParaRPr lang="en-US" altLang="zh-CN"/>
          </a:p>
          <a:p>
            <a:pPr lvl="1"/>
            <a:r>
              <a:rPr lang="en-US" altLang="zh-CN"/>
              <a:t>Download and install Android Studio from https://developer.android.google.cn/</a:t>
            </a:r>
            <a:endParaRPr lang="en-US" altLang="zh-CN"/>
          </a:p>
          <a:p>
            <a:pPr lvl="1"/>
            <a:r>
              <a:rPr lang="en-US" altLang="zh-CN"/>
              <a:t>Download and install </a:t>
            </a:r>
            <a:r>
              <a:rPr lang="en-US" altLang="zh-CN" b="1"/>
              <a:t>gradio</a:t>
            </a:r>
            <a:endParaRPr lang="en-US" altLang="zh-CN"/>
          </a:p>
          <a:p>
            <a:pPr lvl="2"/>
            <a:r>
              <a:rPr lang="en-US" altLang="zh-CN"/>
              <a:t>download from https://gradle.org/releases/</a:t>
            </a:r>
            <a:endParaRPr lang="en-US" altLang="zh-CN"/>
          </a:p>
          <a:p>
            <a:pPr lvl="2"/>
            <a:r>
              <a:rPr lang="en-US" altLang="zh-CN"/>
              <a:t>unzip</a:t>
            </a:r>
            <a:endParaRPr lang="en-US" altLang="zh-CN"/>
          </a:p>
          <a:p>
            <a:pPr lvl="2"/>
            <a:r>
              <a:rPr lang="en-US" altLang="zh-CN"/>
              <a:t>add bin subfolder in unzipped folder to system path, e.g. D:\Programs\gradle-8.10\bin</a:t>
            </a:r>
            <a:endParaRPr lang="en-US" altLang="zh-CN"/>
          </a:p>
          <a:p>
            <a:pPr lvl="2"/>
            <a:r>
              <a:rPr lang="en-US" altLang="zh-CN"/>
              <a:t>run “gradle -v” to verify installation</a:t>
            </a:r>
            <a:endParaRPr lang="en-US" altLang="zh-CN"/>
          </a:p>
          <a:p>
            <a:pPr lvl="1"/>
            <a:r>
              <a:rPr lang="en-US" altLang="zh-CN"/>
              <a:t>Configure mirror</a:t>
            </a:r>
            <a:endParaRPr lang="en-US" altLang="zh-CN"/>
          </a:p>
          <a:p>
            <a:pPr lvl="2"/>
            <a:r>
              <a:rPr lang="en-US" altLang="zh-CN"/>
              <a:t>在$GRADLE_HOME/init.d/目录下新建文件：init.gradle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252970" y="1339850"/>
            <a:ext cx="4387850" cy="11988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pPr algn="l"/>
            <a:r>
              <a:rPr lang="en-US" altLang="zh-CN" sz="1200"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  <a:cs typeface="+mj-lt"/>
              </a:rPr>
              <a:t># ~/.gradle/init.gradle</a:t>
            </a:r>
            <a:endParaRPr lang="en-US" altLang="zh-CN" sz="1200">
              <a:solidFill>
                <a:schemeClr val="tx1"/>
              </a:solidFill>
              <a:effectLst/>
              <a:latin typeface="+mj-lt"/>
              <a:ea typeface="宋体" panose="02010600030101010101" pitchFamily="2" charset="-122"/>
              <a:cs typeface="+mj-lt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  <a:cs typeface="+mj-lt"/>
              </a:rPr>
              <a:t>allprojects {</a:t>
            </a:r>
            <a:endParaRPr lang="en-US" altLang="zh-CN" sz="1200">
              <a:solidFill>
                <a:schemeClr val="tx1"/>
              </a:solidFill>
              <a:effectLst/>
              <a:latin typeface="+mj-lt"/>
              <a:ea typeface="宋体" panose="02010600030101010101" pitchFamily="2" charset="-122"/>
              <a:cs typeface="+mj-lt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  <a:cs typeface="+mj-lt"/>
              </a:rPr>
              <a:t>    repositories {</a:t>
            </a:r>
            <a:endParaRPr lang="en-US" altLang="zh-CN" sz="1200">
              <a:solidFill>
                <a:schemeClr val="tx1"/>
              </a:solidFill>
              <a:effectLst/>
              <a:latin typeface="+mj-lt"/>
              <a:ea typeface="宋体" panose="02010600030101010101" pitchFamily="2" charset="-122"/>
              <a:cs typeface="+mj-lt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  <a:cs typeface="+mj-lt"/>
              </a:rPr>
              <a:t>        maven { url 'https://maven.aliyun.com/repository/public' }</a:t>
            </a:r>
            <a:endParaRPr lang="en-US" altLang="zh-CN" sz="1200">
              <a:solidFill>
                <a:schemeClr val="tx1"/>
              </a:solidFill>
              <a:effectLst/>
              <a:latin typeface="+mj-lt"/>
              <a:ea typeface="宋体" panose="02010600030101010101" pitchFamily="2" charset="-122"/>
              <a:cs typeface="+mj-lt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  <a:cs typeface="+mj-lt"/>
              </a:rPr>
              <a:t>    }</a:t>
            </a:r>
            <a:endParaRPr lang="en-US" altLang="zh-CN" sz="1200">
              <a:solidFill>
                <a:schemeClr val="tx1"/>
              </a:solidFill>
              <a:effectLst/>
              <a:latin typeface="+mj-lt"/>
              <a:ea typeface="宋体" panose="02010600030101010101" pitchFamily="2" charset="-122"/>
              <a:cs typeface="+mj-lt"/>
            </a:endParaRPr>
          </a:p>
          <a:p>
            <a:pPr algn="l"/>
            <a:r>
              <a:rPr lang="en-US" altLang="zh-CN" sz="1200">
                <a:solidFill>
                  <a:schemeClr val="tx1"/>
                </a:solidFill>
                <a:effectLst/>
                <a:latin typeface="+mj-lt"/>
                <a:ea typeface="宋体" panose="02010600030101010101" pitchFamily="2" charset="-122"/>
                <a:cs typeface="+mj-lt"/>
              </a:rPr>
              <a:t>}</a:t>
            </a:r>
            <a:endParaRPr lang="en-US" altLang="zh-CN" sz="1200">
              <a:solidFill>
                <a:schemeClr val="tx1"/>
              </a:solidFill>
              <a:effectLst/>
              <a:latin typeface="+mj-lt"/>
              <a:ea typeface="宋体" panose="02010600030101010101" pitchFamily="2" charset="-122"/>
              <a:cs typeface="+mj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Gradle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50460" cy="4549140"/>
          </a:xfrm>
        </p:spPr>
        <p:txBody>
          <a:bodyPr>
            <a:normAutofit fontScale="80000"/>
          </a:bodyPr>
          <a:p>
            <a:r>
              <a:rPr lang="zh-CN" altLang="en-US"/>
              <a:t>国内镜像</a:t>
            </a:r>
            <a:endParaRPr lang="zh-CN" altLang="en-US"/>
          </a:p>
          <a:p>
            <a:pPr lvl="1"/>
            <a:r>
              <a:rPr lang="zh-CN" altLang="en-US"/>
              <a:t>https://www.jianshu.com/p/8a1148d1162d</a:t>
            </a:r>
            <a:endParaRPr lang="zh-CN" altLang="en-US"/>
          </a:p>
          <a:p>
            <a:pPr lvl="0"/>
            <a:r>
              <a:rPr lang="en-US" altLang="zh-CN"/>
              <a:t>gradle wrapper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$HOME/.gradle/wrapper/dists/</a:t>
            </a:r>
            <a:endParaRPr lang="en-US" altLang="zh-CN"/>
          </a:p>
          <a:p>
            <a:pPr lvl="1"/>
            <a:r>
              <a:rPr lang="en-US" altLang="zh-CN"/>
              <a:t>gradle/wrapper/gradle-wrapper.properties</a:t>
            </a:r>
            <a:endParaRPr lang="en-US" altLang="zh-CN"/>
          </a:p>
          <a:p>
            <a:pPr lvl="0"/>
            <a:r>
              <a:rPr lang="en-US" altLang="zh-CN"/>
              <a:t>gradle config</a:t>
            </a:r>
            <a:endParaRPr lang="en-US" altLang="zh-CN"/>
          </a:p>
          <a:p>
            <a:pPr lvl="1"/>
            <a:r>
              <a:rPr lang="en-US" altLang="zh-CN"/>
              <a:t>$root/build.gradle</a:t>
            </a:r>
            <a:endParaRPr lang="en-US" altLang="zh-CN"/>
          </a:p>
          <a:p>
            <a:pPr lvl="1"/>
            <a:r>
              <a:rPr lang="en-US" altLang="zh-CN"/>
              <a:t>$root/app/build.gradle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AGP (Android Gradle Plugin)</a:t>
            </a:r>
            <a:endParaRPr lang="en-US" altLang="zh-CN"/>
          </a:p>
          <a:p>
            <a:pPr lvl="1"/>
            <a:r>
              <a:rPr lang="en-US" altLang="zh-CN"/>
              <a:t>https://gradle.org/releases/</a:t>
            </a:r>
            <a:endParaRPr lang="en-US" altLang="zh-CN"/>
          </a:p>
          <a:p>
            <a:pPr lvl="1"/>
            <a:r>
              <a:rPr lang="en-US" altLang="zh-CN"/>
              <a:t>4.2.2 </a:t>
            </a:r>
            <a:r>
              <a:rPr lang="zh-CN" altLang="en-US"/>
              <a:t>（</a:t>
            </a:r>
            <a:r>
              <a:rPr lang="en-US" altLang="zh-CN"/>
              <a:t>Android SDK 30.0.2 (R Android 11))</a:t>
            </a:r>
            <a:endParaRPr lang="en-US" altLang="zh-CN"/>
          </a:p>
          <a:p>
            <a:pPr lvl="1"/>
            <a:r>
              <a:rPr lang="en-US" altLang="zh-CN"/>
              <a:t>4.1.0 (Android SDK 29.0.2 (Q Android 10))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409180" y="1082040"/>
            <a:ext cx="4375150" cy="55645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// Top-level build file where you can add configuration options common to all sub-projects/modules.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buildscript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ext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kotlin_version = '1.3.72'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repositories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rgbClr val="FF0000"/>
                </a:solidFill>
                <a:effectLst/>
                <a:latin typeface="+mn-lt"/>
                <a:cs typeface="+mn-lt"/>
              </a:rPr>
              <a:t>        maven { url 'https://maven.aliyun.com/repository/public/' }</a:t>
            </a:r>
            <a:endParaRPr lang="zh-CN" altLang="en-US" sz="1000">
              <a:solidFill>
                <a:srgbClr val="FF0000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rgbClr val="FF0000"/>
                </a:solidFill>
                <a:effectLst/>
                <a:latin typeface="+mn-lt"/>
                <a:cs typeface="+mn-lt"/>
              </a:rPr>
              <a:t>        maven { url 'https://maven.aliyun.com/repository/gradle-plugin' }</a:t>
            </a:r>
            <a:endParaRPr lang="zh-CN" altLang="en-US" sz="1000">
              <a:solidFill>
                <a:srgbClr val="FF0000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rgbClr val="FF0000"/>
                </a:solidFill>
                <a:effectLst/>
                <a:latin typeface="+mn-lt"/>
                <a:cs typeface="+mn-lt"/>
              </a:rPr>
              <a:t>        maven { url 'https://maven.aliyun.com/repository/central' }</a:t>
            </a:r>
            <a:endParaRPr lang="zh-CN" altLang="en-US" sz="1000">
              <a:solidFill>
                <a:srgbClr val="FF0000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rgbClr val="FF0000"/>
                </a:solidFill>
                <a:effectLst/>
                <a:latin typeface="+mn-lt"/>
                <a:cs typeface="+mn-lt"/>
              </a:rPr>
              <a:t>        maven{url "https://jitpack.io"}</a:t>
            </a:r>
            <a:endParaRPr lang="zh-CN" altLang="en-US" sz="1000">
              <a:solidFill>
                <a:srgbClr val="FF0000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google()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//        jcenter()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dependencies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classpath "com.android.tools.build:gradle:4.0.1"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classpath "org.jetbrains.kotlin:kotlin-gradle-plugin:$kotlin_version"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// NOTE: Do not place your application dependencies here; they belong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// in the individual module build.gradle files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allprojects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repositories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rgbClr val="FF0000"/>
                </a:solidFill>
                <a:effectLst/>
                <a:latin typeface="+mn-lt"/>
                <a:cs typeface="+mn-lt"/>
              </a:rPr>
              <a:t>        maven { url 'https://maven.aliyun.com/repository/public/' }</a:t>
            </a:r>
            <a:endParaRPr lang="zh-CN" altLang="en-US" sz="1000">
              <a:solidFill>
                <a:srgbClr val="FF0000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rgbClr val="FF0000"/>
                </a:solidFill>
                <a:effectLst/>
                <a:latin typeface="+mn-lt"/>
                <a:cs typeface="+mn-lt"/>
              </a:rPr>
              <a:t>        maven { url 'https://maven.aliyun.com/repository/central' }    </a:t>
            </a:r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en-US" altLang="zh-CN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    g</a:t>
            </a:r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oogle()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//        jcenter()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task clean(type: Delete) {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    delete rootProject.buildDir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  <a:p>
            <a:pPr algn="l"/>
            <a:r>
              <a:rPr lang="zh-CN" altLang="en-US" sz="1000">
                <a:solidFill>
                  <a:schemeClr val="tx1"/>
                </a:solidFill>
                <a:effectLst/>
                <a:latin typeface="+mn-lt"/>
                <a:cs typeface="+mn-lt"/>
              </a:rPr>
              <a:t>}</a:t>
            </a:r>
            <a:endParaRPr lang="zh-CN" altLang="en-US" sz="1000">
              <a:solidFill>
                <a:schemeClr val="tx1"/>
              </a:solidFill>
              <a:effectLst/>
              <a:latin typeface="+mn-lt"/>
              <a:cs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Issues &amp; Solutions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16650" cy="4549140"/>
          </a:xfrm>
        </p:spPr>
        <p:txBody>
          <a:bodyPr/>
          <a:p>
            <a:pPr lvl="0"/>
            <a:r>
              <a:rPr lang="en-US" altLang="zh-CN"/>
              <a:t>unable to find gradle tasks to build</a:t>
            </a:r>
            <a:endParaRPr lang="en-US" altLang="zh-CN"/>
          </a:p>
          <a:p>
            <a:pPr lvl="1"/>
            <a:r>
              <a:rPr lang="en-US" altLang="zh-CN"/>
              <a:t>$HOME\.gradle\wrapper\dists\</a:t>
            </a:r>
            <a:endParaRPr lang="en-US" altLang="zh-CN"/>
          </a:p>
          <a:p>
            <a:pPr lvl="0"/>
            <a:r>
              <a:rPr lang="zh-CN" altLang="en-US"/>
              <a:t>控制台乱码</a:t>
            </a:r>
            <a:endParaRPr lang="zh-CN" altLang="en-US"/>
          </a:p>
          <a:p>
            <a:pPr lvl="1"/>
            <a:r>
              <a:rPr lang="zh-CN" altLang="en-US"/>
              <a:t>在help中找到Edit Custom VM Options... ，在文件中添加</a:t>
            </a:r>
            <a:r>
              <a:rPr lang="en-US" altLang="zh-CN"/>
              <a:t>”</a:t>
            </a:r>
            <a:r>
              <a:rPr lang="zh-CN" altLang="en-US"/>
              <a:t>-Dfile.encoding=UTF-8</a:t>
            </a:r>
            <a:r>
              <a:rPr lang="en-US" altLang="zh-CN"/>
              <a:t>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SDK Cmdline Tools</a:t>
            </a:r>
            <a:endParaRPr 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211580"/>
            <a:ext cx="8608060" cy="5512435"/>
          </a:xfrm>
        </p:spPr>
        <p:txBody>
          <a:bodyPr/>
          <a:p>
            <a:r>
              <a:rPr lang="en-US" altLang="zh-CN" sz="1600"/>
              <a:t>cmdline-tools</a:t>
            </a:r>
            <a:endParaRPr lang="en-US" altLang="zh-CN" sz="1600"/>
          </a:p>
          <a:p>
            <a:pPr lvl="1"/>
            <a:r>
              <a:rPr lang="en-US" altLang="zh-CN" sz="1400"/>
              <a:t>cmdline-tools\latest\bin\</a:t>
            </a:r>
            <a:endParaRPr lang="en-US" altLang="zh-CN" sz="1400"/>
          </a:p>
          <a:p>
            <a:pPr lvl="1"/>
            <a:r>
              <a:rPr lang="en-US" altLang="zh-CN" sz="1400"/>
              <a:t>sdkmanager</a:t>
            </a:r>
            <a:endParaRPr lang="en-US" altLang="zh-CN" sz="1400"/>
          </a:p>
          <a:p>
            <a:pPr lvl="2"/>
            <a:r>
              <a:rPr lang="en-US" altLang="zh-CN" sz="1200"/>
              <a:t>https://developer.android.com/studio/command-line/sdkmanager</a:t>
            </a:r>
            <a:endParaRPr lang="en-US" altLang="zh-CN" sz="1200"/>
          </a:p>
          <a:p>
            <a:pPr lvl="2"/>
            <a:r>
              <a:rPr lang="en-US" altLang="zh-CN" sz="1200"/>
              <a:t>sdkmanager --list	List installed and avaiable packages</a:t>
            </a:r>
            <a:endParaRPr lang="en-US" altLang="zh-CN" sz="1200"/>
          </a:p>
          <a:p>
            <a:pPr lvl="2"/>
            <a:r>
              <a:rPr lang="en-US" altLang="zh-CN" sz="1200"/>
              <a:t>sdkmanager --list_installed	List install packages</a:t>
            </a:r>
            <a:endParaRPr lang="en-US" altLang="zh-CN" sz="1200"/>
          </a:p>
          <a:p>
            <a:pPr lvl="2"/>
            <a:r>
              <a:rPr lang="en-US" altLang="zh-CN" sz="1200"/>
              <a:t>sdkmanager {package_name}	Install package</a:t>
            </a:r>
            <a:endParaRPr lang="en-US" altLang="zh-CN" sz="1200"/>
          </a:p>
          <a:p>
            <a:pPr lvl="3"/>
            <a:r>
              <a:rPr lang="en-US" altLang="zh-CN" sz="1200">
                <a:sym typeface="+mn-ea"/>
              </a:rPr>
              <a:t>sdkmanager.bat "system-images;android-30;default;arm64-v8a"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sdkmanager --uninstall {package-name}</a:t>
            </a:r>
            <a:endParaRPr lang="en-US" altLang="zh-CN" sz="1200"/>
          </a:p>
          <a:p>
            <a:pPr lvl="1"/>
            <a:r>
              <a:rPr lang="en-US" altLang="zh-CN" sz="1400"/>
              <a:t>avdmanager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avdmanager </a:t>
            </a:r>
            <a:r>
              <a:rPr lang="en-US" altLang="zh-CN" sz="1200"/>
              <a:t>list	 List available targets, virtual devices, and device definitions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avdmanager </a:t>
            </a:r>
            <a:r>
              <a:rPr lang="en-US" altLang="zh-CN" sz="1200"/>
              <a:t>list avd, list target, list device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avdmanager </a:t>
            </a:r>
            <a:r>
              <a:rPr lang="en-US" altLang="zh-CN" sz="1200"/>
              <a:t>create avd --help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avdmanager </a:t>
            </a:r>
            <a:r>
              <a:rPr lang="en-US" altLang="zh-CN" sz="1200"/>
              <a:t>create avd --force --name Pixel5 --package 'system-images;android-31;default;x86_64' --device ‘pixel_5’</a:t>
            </a:r>
            <a:endParaRPr lang="en-US" altLang="zh-CN" sz="1200"/>
          </a:p>
          <a:p>
            <a:pPr lvl="3"/>
            <a:r>
              <a:rPr lang="en-US" altLang="zh-CN" sz="1200"/>
              <a:t>Needs to install system-images first using sdkmanager</a:t>
            </a:r>
            <a:endParaRPr lang="en-US" altLang="zh-CN" sz="1200"/>
          </a:p>
          <a:p>
            <a:pPr lvl="3"/>
            <a:r>
              <a:rPr lang="en-US" altLang="zh-CN" sz="1200"/>
              <a:t>avd folder: {Android_sdk}/system-images/android-{apiLevel}/{variant}/{arch}/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avdmanager </a:t>
            </a:r>
            <a:r>
              <a:rPr lang="en-US" altLang="zh-CN" sz="1200"/>
              <a:t>delete avd --name Pixel5</a:t>
            </a:r>
            <a:endParaRPr lang="en-US" altLang="zh-CN" sz="1200"/>
          </a:p>
          <a:p>
            <a:pPr lvl="1"/>
            <a:r>
              <a:rPr lang="en-US" altLang="zh-CN" sz="1400"/>
              <a:t>apkanalyzer</a:t>
            </a:r>
            <a:endParaRPr lang="en-US" altLang="zh-CN" sz="1400"/>
          </a:p>
          <a:p>
            <a:pPr lvl="2"/>
            <a:r>
              <a:rPr lang="en-US" altLang="zh-CN" sz="1200"/>
              <a:t>apkanalyzer apk summary myapk.apk</a:t>
            </a:r>
            <a:endParaRPr lang="en-US" altLang="zh-CN" sz="1200"/>
          </a:p>
          <a:p>
            <a:pPr lvl="3"/>
            <a:r>
              <a:rPr lang="en-US" altLang="zh-CN" sz="1200"/>
              <a:t>output package_name, version code, version name</a:t>
            </a:r>
            <a:endParaRPr lang="en-US" altLang="zh-CN" sz="1200"/>
          </a:p>
          <a:p>
            <a:pPr lvl="2"/>
            <a:r>
              <a:rPr lang="en-US" altLang="zh-CN" sz="1200"/>
              <a:t>apkanalyzer files list myapk.apk</a:t>
            </a:r>
            <a:endParaRPr lang="en-US" altLang="zh-CN" sz="1200"/>
          </a:p>
          <a:p>
            <a:pPr lvl="2"/>
            <a:r>
              <a:rPr lang="en-US" altLang="zh-CN" sz="1200"/>
              <a:t>apkanalyzer manifest print</a:t>
            </a:r>
            <a:endParaRPr lang="en-US" altLang="zh-CN" sz="12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934258" y="1484313"/>
            <a:ext cx="1419225" cy="32289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Emulator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287645"/>
          </a:xfrm>
        </p:spPr>
        <p:txBody>
          <a:bodyPr>
            <a:normAutofit fontScale="80000"/>
          </a:bodyPr>
          <a:p>
            <a:r>
              <a:rPr lang="en-US" altLang="zh-CN"/>
              <a:t>emulator</a:t>
            </a:r>
            <a:endParaRPr lang="en-US" altLang="zh-CN"/>
          </a:p>
          <a:p>
            <a:pPr lvl="1"/>
            <a:r>
              <a:rPr lang="en-US" altLang="zh-CN"/>
              <a:t>https://developer.android.google.cn/studio/run/emulator-commandline?hl=zh-cn</a:t>
            </a:r>
            <a:endParaRPr lang="en-US" altLang="zh-CN"/>
          </a:p>
          <a:p>
            <a:pPr lvl="1"/>
            <a:r>
              <a:rPr lang="en-US" altLang="zh-CN"/>
              <a:t>emulator --help</a:t>
            </a:r>
            <a:endParaRPr lang="en-US" altLang="zh-CN"/>
          </a:p>
          <a:p>
            <a:pPr lvl="1"/>
            <a:r>
              <a:rPr lang="en-US" altLang="zh-CN"/>
              <a:t>emulator -list-avds</a:t>
            </a:r>
            <a:endParaRPr lang="en-US" altLang="zh-CN"/>
          </a:p>
          <a:p>
            <a:pPr lvl="2"/>
            <a:r>
              <a:rPr lang="en-US" altLang="zh-CN" sz="1800"/>
              <a:t>avd needs to be created using “avdmanager create avd ...”</a:t>
            </a:r>
            <a:endParaRPr lang="en-US" altLang="zh-CN"/>
          </a:p>
          <a:p>
            <a:pPr lvl="1"/>
            <a:r>
              <a:rPr lang="en-US" altLang="zh-CN"/>
              <a:t>emulator -avd Pixel_5</a:t>
            </a:r>
            <a:endParaRPr lang="en-US" altLang="zh-CN"/>
          </a:p>
          <a:p>
            <a:pPr lvl="1"/>
            <a:r>
              <a:rPr lang="en-US" altLang="zh-CN"/>
              <a:t>snapshot</a:t>
            </a:r>
            <a:endParaRPr lang="en-US" altLang="zh-CN"/>
          </a:p>
          <a:p>
            <a:pPr lvl="2"/>
            <a:r>
              <a:rPr lang="en-US" altLang="zh-CN"/>
              <a:t>-no-snapshot-load	code boot, save state when exit</a:t>
            </a:r>
            <a:endParaRPr lang="en-US" altLang="zh-CN"/>
          </a:p>
          <a:p>
            <a:pPr lvl="2"/>
            <a:r>
              <a:rPr lang="en-US" altLang="zh-CN"/>
              <a:t>-no-snapshot-save	quick boot, do not save state when exit</a:t>
            </a:r>
            <a:endParaRPr lang="en-US" altLang="zh-CN"/>
          </a:p>
          <a:p>
            <a:pPr lvl="2"/>
            <a:r>
              <a:rPr lang="en-US" altLang="zh-CN"/>
              <a:t>-no-snapshot</a:t>
            </a:r>
            <a:endParaRPr lang="en-US" altLang="zh-CN"/>
          </a:p>
          <a:p>
            <a:pPr lvl="2"/>
            <a:r>
              <a:rPr lang="en-US" altLang="zh-CN"/>
              <a:t>-snapshot-list		list snapshots</a:t>
            </a:r>
            <a:endParaRPr lang="en-US" altLang="zh-CN"/>
          </a:p>
          <a:p>
            <a:pPr lvl="1"/>
            <a:r>
              <a:rPr lang="en-US" altLang="zh-CN" sz="2000"/>
              <a:t>camera</a:t>
            </a:r>
            <a:endParaRPr lang="en-US" altLang="zh-CN" sz="2000"/>
          </a:p>
          <a:p>
            <a:pPr lvl="2"/>
            <a:r>
              <a:rPr lang="en-US" altLang="zh-CN" sz="1800"/>
              <a:t>-webcam-list	list available camera name</a:t>
            </a:r>
            <a:endParaRPr lang="en-US" altLang="zh-CN" sz="1800"/>
          </a:p>
          <a:p>
            <a:pPr lvl="2"/>
            <a:r>
              <a:rPr lang="en-US" altLang="zh-CN" sz="1800"/>
              <a:t>-camera-back {cam_name}</a:t>
            </a:r>
            <a:endParaRPr lang="en-US" altLang="zh-CN" sz="1800"/>
          </a:p>
          <a:p>
            <a:pPr lvl="1"/>
            <a:r>
              <a:rPr lang="en-US" altLang="zh-CN"/>
              <a:t>storage</a:t>
            </a:r>
            <a:endParaRPr lang="en-US" altLang="zh-CN"/>
          </a:p>
          <a:p>
            <a:pPr lvl="2"/>
            <a:r>
              <a:rPr lang="en-US" altLang="zh-CN"/>
              <a:t>-sdcard {path}	SD file path</a:t>
            </a:r>
            <a:endParaRPr lang="en-US" altLang="zh-CN"/>
          </a:p>
          <a:p>
            <a:pPr lvl="1"/>
            <a:r>
              <a:rPr lang="en-US" altLang="zh-CN"/>
              <a:t>misc</a:t>
            </a:r>
            <a:endParaRPr lang="en-US" altLang="zh-CN"/>
          </a:p>
          <a:p>
            <a:pPr lvl="2"/>
            <a:r>
              <a:rPr lang="en-US" altLang="zh-CN"/>
              <a:t>-shell		launch shell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Platform Tools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67985" cy="5005705"/>
          </a:xfrm>
        </p:spPr>
        <p:txBody>
          <a:bodyPr>
            <a:normAutofit fontScale="60000"/>
          </a:bodyPr>
          <a:p>
            <a:pPr lvl="0"/>
            <a:r>
              <a:rPr lang="en-US" altLang="zh-CN" sz="2400">
                <a:sym typeface="+mn-ea"/>
              </a:rPr>
              <a:t>adb (Android Debug Bridge)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references</a:t>
            </a:r>
            <a:endParaRPr lang="en-US" altLang="zh-CN" sz="2400"/>
          </a:p>
          <a:p>
            <a:pPr lvl="2"/>
            <a:r>
              <a:rPr lang="en-US" altLang="zh-CN" sz="2400">
                <a:sym typeface="+mn-ea"/>
              </a:rPr>
              <a:t>https://developer.android.com/studio/command-line/adb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Included in platform-tools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adb devices -l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 sz="2400"/>
              <a:t>adb -s emulator-5554 install helloWorld.apk</a:t>
            </a:r>
            <a:endParaRPr lang="en-US" altLang="zh-CN" sz="2400"/>
          </a:p>
          <a:p>
            <a:pPr lvl="2"/>
            <a:r>
              <a:rPr lang="en-US" altLang="zh-CN" sz="2160"/>
              <a:t>must start emulator first</a:t>
            </a:r>
            <a:endParaRPr lang="en-US" altLang="zh-CN" sz="2160"/>
          </a:p>
          <a:p>
            <a:pPr lvl="1"/>
            <a:r>
              <a:rPr lang="en-US" altLang="zh-CN" sz="2400"/>
              <a:t>Phone</a:t>
            </a:r>
            <a:endParaRPr lang="en-US" altLang="zh-CN" sz="2400"/>
          </a:p>
          <a:p>
            <a:pPr lvl="2"/>
            <a:r>
              <a:rPr lang="en-US" altLang="zh-CN" sz="2160"/>
              <a:t>“Setting”-&gt;”About phone”-&gt;”Build number”, tap 7 times to make “Developer options” visible</a:t>
            </a:r>
            <a:endParaRPr lang="en-US" altLang="zh-CN" sz="2160"/>
          </a:p>
          <a:p>
            <a:pPr lvl="2"/>
            <a:r>
              <a:rPr lang="en-US" altLang="zh-CN" sz="2160"/>
              <a:t>turn on “Settings”-&gt;”Developer option”-&gt;”USB debugging”</a:t>
            </a:r>
            <a:endParaRPr lang="en-US" altLang="zh-CN" sz="2160"/>
          </a:p>
          <a:p>
            <a:pPr lvl="1"/>
            <a:r>
              <a:rPr lang="en-US" altLang="zh-CN" sz="2400"/>
              <a:t>adb install -t path_to_apk</a:t>
            </a:r>
            <a:endParaRPr lang="en-US" altLang="zh-CN" sz="2400"/>
          </a:p>
          <a:p>
            <a:pPr lvl="1"/>
            <a:r>
              <a:rPr lang="zh-CN" altLang="en-US" sz="2400"/>
              <a:t>adb pull remote local</a:t>
            </a:r>
            <a:r>
              <a:rPr lang="en-US" altLang="zh-CN" sz="2400"/>
              <a:t>		# pull from phone</a:t>
            </a:r>
            <a:endParaRPr lang="zh-CN" altLang="en-US" sz="2400"/>
          </a:p>
          <a:p>
            <a:pPr lvl="1"/>
            <a:r>
              <a:rPr lang="zh-CN" altLang="en-US" sz="2400"/>
              <a:t>adb push local remote</a:t>
            </a:r>
            <a:r>
              <a:rPr lang="en-US" altLang="zh-CN" sz="2400"/>
              <a:t>	# push to phone</a:t>
            </a:r>
            <a:endParaRPr lang="en-US" altLang="zh-CN" sz="2400"/>
          </a:p>
          <a:p>
            <a:pPr lvl="1"/>
            <a:r>
              <a:rPr lang="en-US" altLang="zh-CN" sz="2400"/>
              <a:t>adb shell</a:t>
            </a:r>
            <a:endParaRPr lang="en-US" altLang="zh-CN" sz="2400"/>
          </a:p>
          <a:p>
            <a:pPr lvl="2"/>
            <a:r>
              <a:rPr lang="zh-CN" altLang="en-US" sz="2160"/>
              <a:t>adb shell ls /system/bin</a:t>
            </a:r>
            <a:endParaRPr lang="zh-CN" altLang="en-US" sz="2160"/>
          </a:p>
          <a:p>
            <a:pPr lvl="2"/>
            <a:r>
              <a:rPr lang="zh-CN" altLang="en-US" sz="2160"/>
              <a:t>adb shell screencap /sdcard/1.jpg</a:t>
            </a:r>
            <a:endParaRPr lang="zh-CN" altLang="en-US" sz="2160"/>
          </a:p>
          <a:p>
            <a:pPr lvl="2"/>
            <a:r>
              <a:rPr lang="zh-CN" altLang="en-US" sz="2160"/>
              <a:t>adb shell screenrecord /sdcard/demo.mp4</a:t>
            </a:r>
            <a:endParaRPr lang="zh-CN" altLang="en-US" sz="2160"/>
          </a:p>
          <a:p>
            <a:pPr lvl="1"/>
            <a:endParaRPr lang="zh-CN" altLang="en-US" sz="2400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6380480" y="1124585"/>
            <a:ext cx="5441315" cy="500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2000">
                <a:effectLst/>
              </a:rPr>
              <a:t>adb logcat</a:t>
            </a:r>
            <a:endParaRPr lang="en-US" altLang="zh-CN" sz="2000">
              <a:effectLst/>
            </a:endParaRPr>
          </a:p>
          <a:p>
            <a:pPr lvl="2"/>
            <a:r>
              <a:rPr lang="en-US" altLang="zh-CN" sz="1800">
                <a:effectLst/>
              </a:rPr>
              <a:t>-b {main/system/crash}</a:t>
            </a:r>
            <a:endParaRPr lang="en-US" altLang="zh-CN" sz="1800">
              <a:effectLst/>
            </a:endParaRPr>
          </a:p>
          <a:p>
            <a:pPr lvl="2"/>
            <a:r>
              <a:rPr lang="en-US" altLang="zh-CN" sz="1800">
                <a:effectLst/>
              </a:rPr>
              <a:t>-d  &gt;C:\tmp\1.log    # dump log to screen and exit</a:t>
            </a:r>
            <a:endParaRPr lang="en-US" altLang="zh-CN" sz="1800">
              <a:effectLst/>
            </a:endParaRPr>
          </a:p>
          <a:p>
            <a:pPr lvl="2"/>
            <a:r>
              <a:rPr lang="en-US" altLang="zh-CN" sz="1800">
                <a:effectLst/>
              </a:rPr>
              <a:t>-v color</a:t>
            </a:r>
            <a:endParaRPr lang="en-US" altLang="zh-CN" sz="1800">
              <a:effectLst/>
            </a:endParaRPr>
          </a:p>
          <a:p>
            <a:pPr lvl="2"/>
            <a:r>
              <a:rPr lang="en-US" altLang="zh-CN" sz="1800">
                <a:effectLst/>
              </a:rPr>
              <a:t>*:W	# warning and above</a:t>
            </a:r>
            <a:endParaRPr lang="en-US" altLang="zh-CN" sz="1800">
              <a:effectLst/>
            </a:endParaRPr>
          </a:p>
          <a:p>
            <a:pPr lvl="2"/>
            <a:r>
              <a:rPr lang="en-US" altLang="zh-CN" sz="1800">
                <a:effectLst/>
              </a:rPr>
              <a:t>*:E	# error and above</a:t>
            </a:r>
            <a:endParaRPr lang="en-US" altLang="zh-CN" sz="1800">
              <a:effectLst/>
            </a:endParaRPr>
          </a:p>
          <a:p>
            <a:pPr lvl="2"/>
            <a:r>
              <a:rPr lang="en-US" altLang="zh-CN" sz="1800">
                <a:effectLst/>
              </a:rPr>
              <a:t>-f /sdcard/logs</a:t>
            </a:r>
            <a:endParaRPr lang="en-US" altLang="zh-CN" sz="1800">
              <a:effectLst/>
            </a:endParaRPr>
          </a:p>
          <a:p>
            <a:pPr lvl="2"/>
            <a:r>
              <a:rPr lang="en-US" altLang="zh-CN" sz="1800">
                <a:effectLst/>
              </a:rPr>
              <a:t>-c	# clear logs</a:t>
            </a:r>
            <a:endParaRPr lang="en-US" altLang="zh-CN" sz="1800"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SDK Build Tools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41720" cy="4549140"/>
          </a:xfrm>
        </p:spPr>
        <p:txBody>
          <a:bodyPr/>
          <a:p>
            <a:r>
              <a:rPr lang="en-US" altLang="zh-CN"/>
              <a:t>aapt (Android Asset Packing Tool)</a:t>
            </a:r>
            <a:endParaRPr lang="en-US" altLang="zh-CN"/>
          </a:p>
          <a:p>
            <a:pPr lvl="0"/>
            <a:r>
              <a:rPr lang="en-US" altLang="zh-CN"/>
              <a:t>apksigner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823835" y="692785"/>
            <a:ext cx="3422015" cy="56337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SDK Build Tools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Check apk signature</a:t>
            </a:r>
            <a:endParaRPr lang="en-US" altLang="zh-CN"/>
          </a:p>
          <a:p>
            <a:pPr lvl="1"/>
            <a:r>
              <a:rPr lang="en-US" altLang="zh-CN"/>
              <a:t>keytool -printcert -jarfile {a.apk}</a:t>
            </a:r>
            <a:endParaRPr lang="en-US" altLang="zh-CN"/>
          </a:p>
          <a:p>
            <a:pPr lvl="0"/>
            <a:r>
              <a:rPr lang="en-US" altLang="zh-CN"/>
              <a:t>Check apk package name</a:t>
            </a:r>
            <a:endParaRPr lang="en-US" altLang="zh-CN"/>
          </a:p>
          <a:p>
            <a:pPr lvl="1"/>
            <a:r>
              <a:rPr lang="en-US" altLang="zh-CN"/>
              <a:t>aapt dump badging {a.apk} | grep package:\ name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UI methods</a:t>
            </a:r>
            <a:endParaRPr lang="en-US" altLang="zh-CN"/>
          </a:p>
          <a:p>
            <a:pPr lvl="1"/>
            <a:r>
              <a:rPr lang="en-US" altLang="zh-CN"/>
              <a:t>AlertDialog</a:t>
            </a:r>
            <a:endParaRPr lang="en-US" altLang="zh-CN"/>
          </a:p>
          <a:p>
            <a:pPr lvl="1"/>
            <a:r>
              <a:rPr lang="en-US" altLang="zh-CN"/>
              <a:t>Snackbar</a:t>
            </a:r>
            <a:endParaRPr lang="en-US" altLang="zh-CN"/>
          </a:p>
          <a:p>
            <a:pPr lvl="1"/>
            <a:r>
              <a:rPr lang="en-US" altLang="zh-CN"/>
              <a:t>Toast</a:t>
            </a:r>
            <a:endParaRPr lang="en-US" altLang="zh-CN"/>
          </a:p>
          <a:p>
            <a:pPr lvl="2"/>
            <a:r>
              <a:rPr lang="en-US" altLang="zh-CN"/>
              <a:t>short: about 2s, long: about 3.5s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Keystore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Generate</a:t>
            </a:r>
            <a:endParaRPr lang="en-US" altLang="zh-CN"/>
          </a:p>
          <a:p>
            <a:pPr lvl="1"/>
            <a:r>
              <a:rPr lang="en-US" altLang="zh-CN"/>
              <a:t>keytool -genkey -alias mydomain -keyalg RSA -keystore keystore.jks  -keysize 2048</a:t>
            </a:r>
            <a:endParaRPr lang="en-US" altLang="zh-CN"/>
          </a:p>
          <a:p>
            <a:r>
              <a:rPr lang="en-US" altLang="zh-CN"/>
              <a:t>Verify</a:t>
            </a:r>
            <a:endParaRPr lang="en-US" altLang="zh-CN"/>
          </a:p>
          <a:p>
            <a:pPr lvl="1"/>
            <a:r>
              <a:rPr lang="en-US" altLang="zh-CN"/>
              <a:t>onkstore -file my_keystore -verify</a:t>
            </a:r>
            <a:endParaRPr lang="en-US" altLang="zh-CN"/>
          </a:p>
          <a:p>
            <a:pPr lvl="1"/>
            <a:r>
              <a:rPr lang="en-US" altLang="zh-CN"/>
              <a:t>keytool -list -v -keystore keystore.jks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Termux</a:t>
            </a:r>
            <a:endParaRPr lang="en-US" altLang="zh-CN"/>
          </a:p>
          <a:p>
            <a:pPr lvl="1"/>
            <a:r>
              <a:rPr lang="en-US" altLang="zh-CN"/>
              <a:t>terminal app</a:t>
            </a:r>
            <a:endParaRPr lang="en-US" altLang="zh-CN"/>
          </a:p>
          <a:p>
            <a:pPr lvl="1"/>
            <a:r>
              <a:rPr lang="en-US" altLang="zh-CN"/>
              <a:t>https://github.com/termux</a:t>
            </a:r>
            <a:endParaRPr lang="en-US" altLang="zh-CN"/>
          </a:p>
          <a:p>
            <a:pPr lvl="0"/>
            <a:r>
              <a:rPr lang="en-US" altLang="zh-CN"/>
              <a:t>JuiceSSH</a:t>
            </a:r>
            <a:endParaRPr lang="en-US" altLang="zh-CN"/>
          </a:p>
          <a:p>
            <a:pPr lvl="1"/>
            <a:r>
              <a:rPr lang="en-US" altLang="zh-CN"/>
              <a:t>https://juicessh.com/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Python Support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install termux</a:t>
            </a:r>
            <a:endParaRPr lang="en-US" altLang="zh-CN"/>
          </a:p>
          <a:p>
            <a:pPr lvl="1"/>
            <a:r>
              <a:rPr lang="en-US" altLang="zh-CN"/>
              <a:t>pkg install root-repo</a:t>
            </a:r>
            <a:endParaRPr lang="en-US" altLang="zh-CN"/>
          </a:p>
          <a:p>
            <a:pPr lvl="1"/>
            <a:r>
              <a:rPr lang="en-US" altLang="zh-CN"/>
              <a:t>pkg update</a:t>
            </a:r>
            <a:endParaRPr lang="en-US" altLang="zh-CN"/>
          </a:p>
          <a:p>
            <a:pPr lvl="1"/>
            <a:r>
              <a:rPr lang="en-US" altLang="zh-CN"/>
              <a:t>pkg install python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Printing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Mopia</a:t>
            </a:r>
            <a:endParaRPr lang="en-US" altLang="zh-CN"/>
          </a:p>
          <a:p>
            <a:pPr lvl="1"/>
            <a:r>
              <a:rPr lang="en-US" altLang="zh-CN"/>
              <a:t>https://mopria.org/</a:t>
            </a:r>
            <a:endParaRPr lang="en-US" altLang="zh-CN"/>
          </a:p>
          <a:p>
            <a:r>
              <a:rPr lang="en-US" altLang="zh-CN"/>
              <a:t>Mi Print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cvc-complex-type.2.4.a: 发现了以元素 ‘base-extension’ 开头的无效内容。应以 ‘{layoutlib}’ 之一开头。</a:t>
            </a:r>
            <a:endParaRPr lang="zh-CN" altLang="en-US"/>
          </a:p>
          <a:p>
            <a:pPr lvl="1"/>
            <a:r>
              <a:rPr lang="zh-CN" altLang="en-US"/>
              <a:t>升级</a:t>
            </a:r>
            <a:r>
              <a:rPr lang="en-US" altLang="zh-CN"/>
              <a:t>gradle</a:t>
            </a:r>
            <a:endParaRPr lang="en-US" altLang="zh-CN"/>
          </a:p>
          <a:p>
            <a:pPr lvl="2"/>
            <a:r>
              <a:rPr lang="zh-CN" altLang="en-US"/>
              <a:t>修改</a:t>
            </a:r>
            <a:r>
              <a:rPr lang="en-US" altLang="zh-CN"/>
              <a:t>graddle-wrapper.properties</a:t>
            </a:r>
            <a:r>
              <a:rPr lang="zh-CN" altLang="en-US"/>
              <a:t>中distributionUrl项</a:t>
            </a:r>
            <a:endParaRPr lang="zh-CN" altLang="en-US"/>
          </a:p>
          <a:p>
            <a:pPr lvl="2"/>
            <a:r>
              <a:rPr lang="zh-CN" altLang="en-US"/>
              <a:t>修改</a:t>
            </a:r>
            <a:r>
              <a:rPr lang="en-US" altLang="zh-CN"/>
              <a:t>$root/build.gradle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EMPLATE_CATEGORY" val="custom"/>
  <p:tag name="KSO_WM_TEMPLATE_INDEX" val="160402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PP_MARK_KEY" val="4565476a-3172-4a08-acd7-da227ddc8079"/>
  <p:tag name="COMMONDATA" val="eyJoZGlkIjoiODcwZjc5M2RmYzUwOWE5MjVkODVjZGMyZDUwOTRjYmEifQ=="/>
  <p:tag name="commondata" val="eyJoZGlkIjoiYjRhZjQ5NWVmZmQxNmM3NmNkNDYxNWRmNzNmMjA1ZDAifQ==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2">
  <a:themeElements>
    <a:clrScheme name="New_Template2">
      <a:dk1>
        <a:srgbClr val="000000"/>
      </a:dk1>
      <a:lt1>
        <a:srgbClr val="FFFFFF"/>
      </a:lt1>
      <a:dk2>
        <a:srgbClr val="525252"/>
      </a:dk2>
      <a:lt2>
        <a:srgbClr val="C9C9C9"/>
      </a:lt2>
      <a:accent1>
        <a:srgbClr val="619AE3"/>
      </a:accent1>
      <a:accent2>
        <a:srgbClr val="54BFB9"/>
      </a:accent2>
      <a:accent3>
        <a:srgbClr val="29C439"/>
      </a:accent3>
      <a:accent4>
        <a:srgbClr val="EDAC0F"/>
      </a:accent4>
      <a:accent5>
        <a:srgbClr val="D41D03"/>
      </a:accent5>
      <a:accent6>
        <a:srgbClr val="B264DA"/>
      </a:accent6>
      <a:hlink>
        <a:srgbClr val="0000FF"/>
      </a:hlink>
      <a:folHlink>
        <a:srgbClr val="FF00FF"/>
      </a:folHlink>
    </a:clrScheme>
    <a:fontScheme name="New_Template2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New_Templat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80000"/>
                </a:srgbClr>
              </a:outerShdw>
            </a:effectLst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800" b="0" i="0" u="none" strike="noStrike" cap="none" spc="0" normalizeH="0" baseline="0">
            <a:ln>
              <a:noFill/>
            </a:ln>
            <a:solidFill>
              <a:srgbClr val="EBEBEB"/>
            </a:solidFill>
            <a:effectLst>
              <a:outerShdw blurRad="50800" dist="25400" dir="5400000" rotWithShape="0">
                <a:srgbClr val="000000"/>
              </a:outerShdw>
            </a:effectLst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5035</Words>
  <Application>WPS 演示</Application>
  <PresentationFormat/>
  <Paragraphs>219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Helvetica Neue Medium</vt:lpstr>
      <vt:lpstr>黑体</vt:lpstr>
      <vt:lpstr>Helvetica Neue</vt:lpstr>
      <vt:lpstr>微软雅黑</vt:lpstr>
      <vt:lpstr>Arial Unicode MS</vt:lpstr>
      <vt:lpstr>A000120140530A02PPBG</vt:lpstr>
      <vt:lpstr>Android General</vt:lpstr>
      <vt:lpstr>Android Versions</vt:lpstr>
      <vt:lpstr>Set Up Dev Env on Windows</vt:lpstr>
      <vt:lpstr>Gradle</vt:lpstr>
      <vt:lpstr>Issues &amp; Solutions</vt:lpstr>
      <vt:lpstr>SDK Cmdline Tools</vt:lpstr>
      <vt:lpstr>Emulator</vt:lpstr>
      <vt:lpstr>Platform Tools</vt:lpstr>
      <vt:lpstr>SDK Build Tools</vt:lpstr>
      <vt:lpstr>SDK Build Tools</vt:lpstr>
      <vt:lpstr>PowerPoint 演示文稿</vt:lpstr>
      <vt:lpstr>Keystore</vt:lpstr>
      <vt:lpstr>Apps</vt:lpstr>
      <vt:lpstr>Python Support</vt:lpstr>
      <vt:lpstr>Printing</vt:lpstr>
      <vt:lpstr>FAQ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 General</dc:title>
  <dc:creator/>
  <cp:lastModifiedBy>VhuanTech</cp:lastModifiedBy>
  <cp:revision>177</cp:revision>
  <dcterms:created xsi:type="dcterms:W3CDTF">2019-12-26T08:23:00Z</dcterms:created>
  <dcterms:modified xsi:type="dcterms:W3CDTF">2025-02-05T07:47:41Z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80B7E3FC21BC40C8B9D1BFF8DCE0BA2F</vt:lpwstr>
  </property>
</Properties>
</file>