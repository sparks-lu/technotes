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1"/>
  </p:notesMasterIdLst>
  <p:sldIdLst>
    <p:sldId id="256" r:id="rId4"/>
    <p:sldId id="259" r:id="rId5"/>
    <p:sldId id="262" r:id="rId6"/>
    <p:sldId id="263" r:id="rId7"/>
    <p:sldId id="260" r:id="rId8"/>
    <p:sldId id="261" r:id="rId9"/>
    <p:sldId id="264" r:id="rId10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gs" Target="tags/tag135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image" Target="../media/image2.svg"/><Relationship Id="rId2" Type="http://schemas.openxmlformats.org/officeDocument/2006/relationships/tags" Target="../tags/tag1.xml"/><Relationship Id="rId19" Type="http://schemas.openxmlformats.org/officeDocument/2006/relationships/image" Target="../media/image1.png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9" Type="http://schemas.openxmlformats.org/officeDocument/2006/relationships/tags" Target="../tags/tag60.xml"/><Relationship Id="rId18" Type="http://schemas.openxmlformats.org/officeDocument/2006/relationships/tags" Target="../tags/tag59.xml"/><Relationship Id="rId17" Type="http://schemas.openxmlformats.org/officeDocument/2006/relationships/tags" Target="../tags/tag58.xml"/><Relationship Id="rId16" Type="http://schemas.openxmlformats.org/officeDocument/2006/relationships/tags" Target="../tags/tag57.xml"/><Relationship Id="rId15" Type="http://schemas.openxmlformats.org/officeDocument/2006/relationships/tags" Target="../tags/tag56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6" Type="http://schemas.openxmlformats.org/officeDocument/2006/relationships/tags" Target="../tags/tag113.xml"/><Relationship Id="rId25" Type="http://schemas.openxmlformats.org/officeDocument/2006/relationships/image" Target="../media/image2.svg"/><Relationship Id="rId24" Type="http://schemas.openxmlformats.org/officeDocument/2006/relationships/image" Target="../media/image3.png"/><Relationship Id="rId23" Type="http://schemas.openxmlformats.org/officeDocument/2006/relationships/tags" Target="../tags/tag112.xml"/><Relationship Id="rId22" Type="http://schemas.openxmlformats.org/officeDocument/2006/relationships/tags" Target="../tags/tag111.xml"/><Relationship Id="rId21" Type="http://schemas.openxmlformats.org/officeDocument/2006/relationships/tags" Target="../tags/tag110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76000">
                <a:schemeClr val="accent2">
                  <a:alpha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椭圆 14"/>
          <p:cNvSpPr/>
          <p:nvPr userDrawn="1">
            <p:custDataLst>
              <p:tags r:id="rId3"/>
            </p:custDataLst>
          </p:nvPr>
        </p:nvSpPr>
        <p:spPr>
          <a:xfrm>
            <a:off x="7370926" y="1455960"/>
            <a:ext cx="3240000" cy="3240000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52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: 形状 18"/>
          <p:cNvSpPr/>
          <p:nvPr userDrawn="1">
            <p:custDataLst>
              <p:tags r:id="rId4"/>
            </p:custDataLst>
          </p:nvPr>
        </p:nvSpPr>
        <p:spPr>
          <a:xfrm>
            <a:off x="8451850" y="1632262"/>
            <a:ext cx="3740150" cy="5210789"/>
          </a:xfrm>
          <a:custGeom>
            <a:avLst/>
            <a:gdLst>
              <a:gd name="connsiteX0" fmla="*/ 3740150 w 3740150"/>
              <a:gd name="connsiteY0" fmla="*/ 0 h 5210789"/>
              <a:gd name="connsiteX1" fmla="*/ 3740150 w 3740150"/>
              <a:gd name="connsiteY1" fmla="*/ 5210789 h 5210789"/>
              <a:gd name="connsiteX2" fmla="*/ 301051 w 3740150"/>
              <a:gd name="connsiteY2" fmla="*/ 5210789 h 5210789"/>
              <a:gd name="connsiteX3" fmla="*/ 293920 w 3740150"/>
              <a:gd name="connsiteY3" fmla="*/ 5195985 h 5210789"/>
              <a:gd name="connsiteX4" fmla="*/ 0 w 3740150"/>
              <a:gd name="connsiteY4" fmla="*/ 3740150 h 5210789"/>
              <a:gd name="connsiteX5" fmla="*/ 3740150 w 3740150"/>
              <a:gd name="connsiteY5" fmla="*/ 0 h 5210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0150" h="5210789">
                <a:moveTo>
                  <a:pt x="3740150" y="0"/>
                </a:moveTo>
                <a:lnTo>
                  <a:pt x="3740150" y="5210789"/>
                </a:lnTo>
                <a:lnTo>
                  <a:pt x="301051" y="5210789"/>
                </a:lnTo>
                <a:lnTo>
                  <a:pt x="293920" y="5195985"/>
                </a:lnTo>
                <a:cubicBezTo>
                  <a:pt x="104658" y="4748520"/>
                  <a:pt x="0" y="4256557"/>
                  <a:pt x="0" y="3740150"/>
                </a:cubicBezTo>
                <a:cubicBezTo>
                  <a:pt x="0" y="1674522"/>
                  <a:pt x="1674522" y="0"/>
                  <a:pt x="3740150" y="0"/>
                </a:cubicBezTo>
                <a:close/>
              </a:path>
            </a:pathLst>
          </a:custGeom>
          <a:gradFill flip="none" rotWithShape="1">
            <a:gsLst>
              <a:gs pos="88000">
                <a:schemeClr val="bg2"/>
              </a:gs>
              <a:gs pos="39000">
                <a:schemeClr val="bg2">
                  <a:alpha val="0"/>
                </a:schemeClr>
              </a:gs>
            </a:gsLst>
            <a:lin ang="13500000" scaled="1"/>
            <a:tileRect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 userDrawn="1">
            <p:custDataLst>
              <p:tags r:id="rId5"/>
            </p:custDataLst>
          </p:nvPr>
        </p:nvSpPr>
        <p:spPr>
          <a:xfrm>
            <a:off x="0" y="6351259"/>
            <a:ext cx="12192000" cy="50674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83000">
                <a:schemeClr val="accent2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2800" b="1">
              <a:latin typeface="+mj-ea"/>
              <a:ea typeface="+mj-ea"/>
            </a:endParaRPr>
          </a:p>
        </p:txBody>
      </p:sp>
      <p:cxnSp>
        <p:nvCxnSpPr>
          <p:cNvPr id="14" name="直接连接符 13"/>
          <p:cNvCxnSpPr/>
          <p:nvPr userDrawn="1">
            <p:custDataLst>
              <p:tags r:id="rId6"/>
            </p:custDataLst>
          </p:nvPr>
        </p:nvCxnSpPr>
        <p:spPr>
          <a:xfrm>
            <a:off x="695960" y="6605101"/>
            <a:ext cx="10077450" cy="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>
            <p:custDataLst>
              <p:tags r:id="rId7"/>
            </p:custDataLst>
          </p:nvPr>
        </p:nvCxnSpPr>
        <p:spPr>
          <a:xfrm flipH="1">
            <a:off x="10945019" y="6605101"/>
            <a:ext cx="573881" cy="0"/>
          </a:xfrm>
          <a:prstGeom prst="line">
            <a:avLst/>
          </a:prstGeom>
          <a:ln w="22225" cap="rnd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 userDrawn="1">
            <p:custDataLst>
              <p:tags r:id="rId8"/>
            </p:custDataLst>
          </p:nvPr>
        </p:nvSpPr>
        <p:spPr>
          <a:xfrm>
            <a:off x="1065726" y="867326"/>
            <a:ext cx="108000" cy="108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>
            <p:custDataLst>
              <p:tags r:id="rId9"/>
            </p:custDataLst>
          </p:nvPr>
        </p:nvSpPr>
        <p:spPr>
          <a:xfrm>
            <a:off x="1471998" y="867326"/>
            <a:ext cx="108000" cy="108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10"/>
            </p:custDataLst>
          </p:nvPr>
        </p:nvSpPr>
        <p:spPr>
          <a:xfrm>
            <a:off x="1675135" y="867326"/>
            <a:ext cx="108000" cy="108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>
            <p:custDataLst>
              <p:tags r:id="rId11"/>
            </p:custDataLst>
          </p:nvPr>
        </p:nvSpPr>
        <p:spPr>
          <a:xfrm>
            <a:off x="1268862" y="867326"/>
            <a:ext cx="108000" cy="10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12"/>
            </p:custDataLst>
          </p:nvPr>
        </p:nvSpPr>
        <p:spPr>
          <a:xfrm>
            <a:off x="1" y="1"/>
            <a:ext cx="1320207" cy="1156508"/>
          </a:xfrm>
          <a:custGeom>
            <a:avLst/>
            <a:gdLst>
              <a:gd name="connsiteX0" fmla="*/ 0 w 1809977"/>
              <a:gd name="connsiteY0" fmla="*/ 0 h 1585549"/>
              <a:gd name="connsiteX1" fmla="*/ 1809977 w 1809977"/>
              <a:gd name="connsiteY1" fmla="*/ 0 h 1585549"/>
              <a:gd name="connsiteX2" fmla="*/ 1801326 w 1809977"/>
              <a:gd name="connsiteY2" fmla="*/ 56684 h 1585549"/>
              <a:gd name="connsiteX3" fmla="*/ 116835 w 1809977"/>
              <a:gd name="connsiteY3" fmla="*/ 1579650 h 1585549"/>
              <a:gd name="connsiteX4" fmla="*/ 0 w 1809977"/>
              <a:gd name="connsiteY4" fmla="*/ 1585549 h 1585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9977" h="1585549">
                <a:moveTo>
                  <a:pt x="0" y="0"/>
                </a:moveTo>
                <a:lnTo>
                  <a:pt x="1809977" y="0"/>
                </a:lnTo>
                <a:lnTo>
                  <a:pt x="1801326" y="56684"/>
                </a:lnTo>
                <a:cubicBezTo>
                  <a:pt x="1635100" y="869008"/>
                  <a:pt x="955821" y="1494446"/>
                  <a:pt x="116835" y="1579650"/>
                </a:cubicBezTo>
                <a:lnTo>
                  <a:pt x="0" y="1585549"/>
                </a:lnTo>
                <a:close/>
              </a:path>
            </a:pathLst>
          </a:custGeom>
          <a:gradFill flip="none" rotWithShape="1">
            <a:gsLst>
              <a:gs pos="20000">
                <a:schemeClr val="accent2">
                  <a:alpha val="0"/>
                </a:schemeClr>
              </a:gs>
              <a:gs pos="100000">
                <a:schemeClr val="accent2">
                  <a:alpha val="3000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弧形 20"/>
          <p:cNvSpPr/>
          <p:nvPr userDrawn="1">
            <p:custDataLst>
              <p:tags r:id="rId13"/>
            </p:custDataLst>
          </p:nvPr>
        </p:nvSpPr>
        <p:spPr>
          <a:xfrm flipH="1" flipV="1">
            <a:off x="6581827" y="572963"/>
            <a:ext cx="4505466" cy="4505466"/>
          </a:xfrm>
          <a:prstGeom prst="arc">
            <a:avLst>
              <a:gd name="adj1" fmla="val 8263304"/>
              <a:gd name="adj2" fmla="val 8979118"/>
            </a:avLst>
          </a:prstGeom>
          <a:solidFill>
            <a:schemeClr val="bg2">
              <a:alpha val="0"/>
            </a:schemeClr>
          </a:solidFill>
          <a:ln>
            <a:solidFill>
              <a:schemeClr val="bg2">
                <a:lumMod val="9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 userDrawn="1">
            <p:custDataLst>
              <p:tags r:id="rId14"/>
            </p:custDataLst>
          </p:nvPr>
        </p:nvSpPr>
        <p:spPr>
          <a:xfrm>
            <a:off x="7819164" y="890328"/>
            <a:ext cx="334236" cy="334236"/>
          </a:xfrm>
          <a:prstGeom prst="ellipse">
            <a:avLst/>
          </a:prstGeom>
          <a:gradFill>
            <a:gsLst>
              <a:gs pos="9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 userDrawn="1">
            <p:custDataLst>
              <p:tags r:id="rId15"/>
            </p:custDataLst>
          </p:nvPr>
        </p:nvSpPr>
        <p:spPr>
          <a:xfrm>
            <a:off x="10137187" y="3838727"/>
            <a:ext cx="1174493" cy="1174493"/>
          </a:xfrm>
          <a:prstGeom prst="ellipse">
            <a:avLst/>
          </a:prstGeom>
          <a:gradFill>
            <a:gsLst>
              <a:gs pos="100000">
                <a:schemeClr val="accent2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77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 userDrawn="1">
            <p:custDataLst>
              <p:tags r:id="rId16"/>
            </p:custDataLst>
          </p:nvPr>
        </p:nvSpPr>
        <p:spPr>
          <a:xfrm>
            <a:off x="10741220" y="2120901"/>
            <a:ext cx="828798" cy="828798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52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/>
          <p:cNvSpPr/>
          <p:nvPr userDrawn="1">
            <p:custDataLst>
              <p:tags r:id="rId17"/>
            </p:custDataLst>
          </p:nvPr>
        </p:nvSpPr>
        <p:spPr>
          <a:xfrm>
            <a:off x="1054100" y="4624668"/>
            <a:ext cx="1889646" cy="54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000">
                <a:schemeClr val="accent1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2800" b="1" dirty="0">
              <a:latin typeface="+mj-ea"/>
              <a:ea typeface="+mj-ea"/>
              <a:sym typeface="+mn-ea"/>
            </a:endParaRPr>
          </a:p>
        </p:txBody>
      </p:sp>
      <p:pic>
        <p:nvPicPr>
          <p:cNvPr id="30" name="图形 29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2700000">
            <a:off x="1360596" y="4813301"/>
            <a:ext cx="162734" cy="162734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4"/>
            </p:custDataLst>
          </p:nvPr>
        </p:nvSpPr>
        <p:spPr>
          <a:xfrm>
            <a:off x="1054102" y="1589837"/>
            <a:ext cx="6093417" cy="2294852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479674" y="654348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600" b="0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1713688" y="4624668"/>
            <a:ext cx="2880000" cy="5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2"/>
            </a:solidFill>
          </a:ln>
          <a:effectLst>
            <a:outerShdw blurRad="101600" dist="101600" dir="2700000" algn="tl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1600" b="1" dirty="0">
                <a:solidFill>
                  <a:srgbClr val="031A2F"/>
                </a:solidFill>
                <a:latin typeface="+mn-ea"/>
                <a:ea typeface="+mn-ea"/>
              </a:defRPr>
            </a:lvl1pPr>
          </a:lstStyle>
          <a:p>
            <a:pPr marL="0" lvl="0" algn="ctr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76000">
                <a:schemeClr val="accent2">
                  <a:alpha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" name="椭圆 18"/>
          <p:cNvSpPr/>
          <p:nvPr userDrawn="1">
            <p:custDataLst>
              <p:tags r:id="rId3"/>
            </p:custDataLst>
          </p:nvPr>
        </p:nvSpPr>
        <p:spPr>
          <a:xfrm>
            <a:off x="10122177" y="390350"/>
            <a:ext cx="1224507" cy="1224507"/>
          </a:xfrm>
          <a:prstGeom prst="ellipse">
            <a:avLst/>
          </a:prstGeom>
          <a:gradFill>
            <a:gsLst>
              <a:gs pos="100000">
                <a:schemeClr val="accent2">
                  <a:alpha val="70000"/>
                </a:schemeClr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65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4"/>
            </p:custDataLst>
          </p:nvPr>
        </p:nvSpPr>
        <p:spPr>
          <a:xfrm>
            <a:off x="10315575" y="527100"/>
            <a:ext cx="1876425" cy="1444245"/>
          </a:xfrm>
          <a:custGeom>
            <a:avLst/>
            <a:gdLst>
              <a:gd name="connsiteX0" fmla="*/ 1762548 w 1762548"/>
              <a:gd name="connsiteY0" fmla="*/ 0 h 1540757"/>
              <a:gd name="connsiteX1" fmla="*/ 1762548 w 1762548"/>
              <a:gd name="connsiteY1" fmla="*/ 1540757 h 1540757"/>
              <a:gd name="connsiteX2" fmla="*/ 0 w 1762548"/>
              <a:gd name="connsiteY2" fmla="*/ 1540757 h 1540757"/>
              <a:gd name="connsiteX3" fmla="*/ 18169 w 1762548"/>
              <a:gd name="connsiteY3" fmla="*/ 1421710 h 1540757"/>
              <a:gd name="connsiteX4" fmla="*/ 1762548 w 1762548"/>
              <a:gd name="connsiteY4" fmla="*/ 0 h 1540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2548" h="1540757">
                <a:moveTo>
                  <a:pt x="1762548" y="0"/>
                </a:moveTo>
                <a:lnTo>
                  <a:pt x="1762548" y="1540757"/>
                </a:lnTo>
                <a:lnTo>
                  <a:pt x="0" y="1540757"/>
                </a:lnTo>
                <a:lnTo>
                  <a:pt x="18169" y="1421710"/>
                </a:lnTo>
                <a:cubicBezTo>
                  <a:pt x="184199" y="610342"/>
                  <a:pt x="902097" y="0"/>
                  <a:pt x="1762548" y="0"/>
                </a:cubicBezTo>
                <a:close/>
              </a:path>
            </a:pathLst>
          </a:custGeom>
          <a:gradFill flip="none" rotWithShape="1">
            <a:gsLst>
              <a:gs pos="71000">
                <a:schemeClr val="bg1">
                  <a:alpha val="68000"/>
                </a:schemeClr>
              </a:gs>
              <a:gs pos="50000">
                <a:schemeClr val="bg1">
                  <a:alpha val="5000"/>
                </a:schemeClr>
              </a:gs>
            </a:gsLst>
            <a:lin ang="13500000" scaled="1"/>
            <a:tileRect/>
          </a:gradFill>
          <a:ln w="6350">
            <a:gradFill flip="none" rotWithShape="1">
              <a:gsLst>
                <a:gs pos="17000">
                  <a:schemeClr val="bg2"/>
                </a:gs>
                <a:gs pos="30000">
                  <a:schemeClr val="bg2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1" name="矩形 30"/>
          <p:cNvSpPr/>
          <p:nvPr userDrawn="1">
            <p:custDataLst>
              <p:tags r:id="rId5"/>
            </p:custDataLst>
          </p:nvPr>
        </p:nvSpPr>
        <p:spPr>
          <a:xfrm>
            <a:off x="0" y="1893811"/>
            <a:ext cx="12192000" cy="4964189"/>
          </a:xfrm>
          <a:prstGeom prst="rect">
            <a:avLst/>
          </a:prstGeom>
          <a:gradFill>
            <a:gsLst>
              <a:gs pos="95000">
                <a:srgbClr val="FEFEFF">
                  <a:alpha val="100000"/>
                </a:srgbClr>
              </a:gs>
              <a:gs pos="0">
                <a:srgbClr val="E6EFFE">
                  <a:alpha val="100000"/>
                  <a:lumMod val="5000"/>
                  <a:lumOff val="9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 userDrawn="1">
            <p:custDataLst>
              <p:tags r:id="rId6"/>
            </p:custDataLst>
          </p:nvPr>
        </p:nvSpPr>
        <p:spPr>
          <a:xfrm>
            <a:off x="0" y="6585002"/>
            <a:ext cx="12192000" cy="272998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alpha val="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7"/>
            </p:custDataLst>
          </p:nvPr>
        </p:nvSpPr>
        <p:spPr>
          <a:xfrm>
            <a:off x="2" y="2"/>
            <a:ext cx="891201" cy="780696"/>
          </a:xfrm>
          <a:custGeom>
            <a:avLst/>
            <a:gdLst>
              <a:gd name="connsiteX0" fmla="*/ 0 w 1809977"/>
              <a:gd name="connsiteY0" fmla="*/ 0 h 1585549"/>
              <a:gd name="connsiteX1" fmla="*/ 1809977 w 1809977"/>
              <a:gd name="connsiteY1" fmla="*/ 0 h 1585549"/>
              <a:gd name="connsiteX2" fmla="*/ 1801326 w 1809977"/>
              <a:gd name="connsiteY2" fmla="*/ 56684 h 1585549"/>
              <a:gd name="connsiteX3" fmla="*/ 116835 w 1809977"/>
              <a:gd name="connsiteY3" fmla="*/ 1579650 h 1585549"/>
              <a:gd name="connsiteX4" fmla="*/ 0 w 1809977"/>
              <a:gd name="connsiteY4" fmla="*/ 1585549 h 1585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9977" h="1585549">
                <a:moveTo>
                  <a:pt x="0" y="0"/>
                </a:moveTo>
                <a:lnTo>
                  <a:pt x="1809977" y="0"/>
                </a:lnTo>
                <a:lnTo>
                  <a:pt x="1801326" y="56684"/>
                </a:lnTo>
                <a:cubicBezTo>
                  <a:pt x="1635100" y="869008"/>
                  <a:pt x="955821" y="1494446"/>
                  <a:pt x="116835" y="1579650"/>
                </a:cubicBezTo>
                <a:lnTo>
                  <a:pt x="0" y="1585549"/>
                </a:lnTo>
                <a:close/>
              </a:path>
            </a:pathLst>
          </a:custGeom>
          <a:gradFill flip="none" rotWithShape="1">
            <a:gsLst>
              <a:gs pos="20000">
                <a:schemeClr val="accent2">
                  <a:alpha val="0"/>
                </a:schemeClr>
              </a:gs>
              <a:gs pos="100000">
                <a:schemeClr val="accent2">
                  <a:alpha val="3000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 userDrawn="1">
            <p:custDataLst>
              <p:tags r:id="rId8"/>
            </p:custDataLst>
          </p:nvPr>
        </p:nvSpPr>
        <p:spPr>
          <a:xfrm>
            <a:off x="8346055" y="1014463"/>
            <a:ext cx="106363" cy="106363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 userDrawn="1">
            <p:custDataLst>
              <p:tags r:id="rId9"/>
            </p:custDataLst>
          </p:nvPr>
        </p:nvSpPr>
        <p:spPr>
          <a:xfrm>
            <a:off x="8708679" y="1014463"/>
            <a:ext cx="106363" cy="10636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>
            <p:custDataLst>
              <p:tags r:id="rId10"/>
            </p:custDataLst>
          </p:nvPr>
        </p:nvSpPr>
        <p:spPr>
          <a:xfrm>
            <a:off x="8889990" y="1014463"/>
            <a:ext cx="106363" cy="1063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 userDrawn="1">
            <p:custDataLst>
              <p:tags r:id="rId11"/>
            </p:custDataLst>
          </p:nvPr>
        </p:nvSpPr>
        <p:spPr>
          <a:xfrm>
            <a:off x="8527367" y="1014463"/>
            <a:ext cx="106363" cy="1063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 userDrawn="1"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 userDrawn="1"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5"/>
            </p:custDataLst>
          </p:nvPr>
        </p:nvSpPr>
        <p:spPr>
          <a:xfrm>
            <a:off x="1066800" y="527100"/>
            <a:ext cx="1760105" cy="1081088"/>
          </a:xfrm>
        </p:spPr>
        <p:txBody>
          <a:bodyPr wrap="square" anchor="ctr" anchorCtr="0">
            <a:normAutofit/>
          </a:bodyPr>
          <a:lstStyle>
            <a:lvl1pPr>
              <a:defRPr sz="54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37002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76000">
                <a:schemeClr val="accent2">
                  <a:alpha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任意多边形: 形状 4"/>
          <p:cNvSpPr/>
          <p:nvPr userDrawn="1">
            <p:custDataLst>
              <p:tags r:id="rId3"/>
            </p:custDataLst>
          </p:nvPr>
        </p:nvSpPr>
        <p:spPr>
          <a:xfrm>
            <a:off x="11163935" y="5203190"/>
            <a:ext cx="1028065" cy="1173480"/>
          </a:xfrm>
          <a:custGeom>
            <a:avLst/>
            <a:gdLst>
              <a:gd name="connsiteX0" fmla="*/ 1028065 w 1028065"/>
              <a:gd name="connsiteY0" fmla="*/ 0 h 1173480"/>
              <a:gd name="connsiteX1" fmla="*/ 1028065 w 1028065"/>
              <a:gd name="connsiteY1" fmla="*/ 1173480 h 1173480"/>
              <a:gd name="connsiteX2" fmla="*/ 0 w 1028065"/>
              <a:gd name="connsiteY2" fmla="*/ 1173480 h 1173480"/>
              <a:gd name="connsiteX3" fmla="*/ 3825 w 1028065"/>
              <a:gd name="connsiteY3" fmla="*/ 1097731 h 1173480"/>
              <a:gd name="connsiteX4" fmla="*/ 991311 w 1028065"/>
              <a:gd name="connsiteY4" fmla="*/ 5608 h 1173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8065" h="1173480">
                <a:moveTo>
                  <a:pt x="1028065" y="0"/>
                </a:moveTo>
                <a:lnTo>
                  <a:pt x="1028065" y="1173480"/>
                </a:lnTo>
                <a:lnTo>
                  <a:pt x="0" y="1173480"/>
                </a:lnTo>
                <a:lnTo>
                  <a:pt x="3825" y="1097731"/>
                </a:lnTo>
                <a:cubicBezTo>
                  <a:pt x="59071" y="553783"/>
                  <a:pt x="464603" y="113379"/>
                  <a:pt x="991311" y="5608"/>
                </a:cubicBezTo>
                <a:close/>
              </a:path>
            </a:pathLst>
          </a:custGeom>
          <a:gradFill>
            <a:gsLst>
              <a:gs pos="33000">
                <a:schemeClr val="bg1">
                  <a:alpha val="0"/>
                </a:schemeClr>
              </a:gs>
              <a:gs pos="85000">
                <a:schemeClr val="bg1"/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>
            <p:custDataLst>
              <p:tags r:id="rId4"/>
            </p:custDataLst>
          </p:nvPr>
        </p:nvSpPr>
        <p:spPr>
          <a:xfrm flipH="1">
            <a:off x="2304848" y="959828"/>
            <a:ext cx="2704621" cy="2704620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52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5"/>
            </p:custDataLst>
          </p:nvPr>
        </p:nvSpPr>
        <p:spPr>
          <a:xfrm flipH="1">
            <a:off x="0" y="922053"/>
            <a:ext cx="4260648" cy="5935948"/>
          </a:xfrm>
          <a:custGeom>
            <a:avLst/>
            <a:gdLst>
              <a:gd name="connsiteX0" fmla="*/ 3740150 w 3740150"/>
              <a:gd name="connsiteY0" fmla="*/ 0 h 5210789"/>
              <a:gd name="connsiteX1" fmla="*/ 3740150 w 3740150"/>
              <a:gd name="connsiteY1" fmla="*/ 5210789 h 5210789"/>
              <a:gd name="connsiteX2" fmla="*/ 301051 w 3740150"/>
              <a:gd name="connsiteY2" fmla="*/ 5210789 h 5210789"/>
              <a:gd name="connsiteX3" fmla="*/ 293920 w 3740150"/>
              <a:gd name="connsiteY3" fmla="*/ 5195985 h 5210789"/>
              <a:gd name="connsiteX4" fmla="*/ 0 w 3740150"/>
              <a:gd name="connsiteY4" fmla="*/ 3740150 h 5210789"/>
              <a:gd name="connsiteX5" fmla="*/ 3740150 w 3740150"/>
              <a:gd name="connsiteY5" fmla="*/ 0 h 5210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0150" h="5210789">
                <a:moveTo>
                  <a:pt x="3740150" y="0"/>
                </a:moveTo>
                <a:lnTo>
                  <a:pt x="3740150" y="5210789"/>
                </a:lnTo>
                <a:lnTo>
                  <a:pt x="301051" y="5210789"/>
                </a:lnTo>
                <a:lnTo>
                  <a:pt x="293920" y="5195985"/>
                </a:lnTo>
                <a:cubicBezTo>
                  <a:pt x="104658" y="4748520"/>
                  <a:pt x="0" y="4256557"/>
                  <a:pt x="0" y="3740150"/>
                </a:cubicBezTo>
                <a:cubicBezTo>
                  <a:pt x="0" y="1674522"/>
                  <a:pt x="1674522" y="0"/>
                  <a:pt x="3740150" y="0"/>
                </a:cubicBezTo>
                <a:close/>
              </a:path>
            </a:pathLst>
          </a:custGeom>
          <a:gradFill flip="none" rotWithShape="1">
            <a:gsLst>
              <a:gs pos="88000">
                <a:schemeClr val="bg2"/>
              </a:gs>
              <a:gs pos="39000">
                <a:schemeClr val="bg2">
                  <a:alpha val="0"/>
                </a:schemeClr>
              </a:gs>
            </a:gsLst>
            <a:lin ang="13500000" scaled="1"/>
            <a:tileRect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矩形 14"/>
          <p:cNvSpPr/>
          <p:nvPr userDrawn="1">
            <p:custDataLst>
              <p:tags r:id="rId6"/>
            </p:custDataLst>
          </p:nvPr>
        </p:nvSpPr>
        <p:spPr>
          <a:xfrm>
            <a:off x="0" y="6351259"/>
            <a:ext cx="12192000" cy="50674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83000">
                <a:schemeClr val="accent2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2800" b="1">
              <a:latin typeface="+mj-ea"/>
              <a:ea typeface="+mj-ea"/>
            </a:endParaRPr>
          </a:p>
        </p:txBody>
      </p:sp>
      <p:sp>
        <p:nvSpPr>
          <p:cNvPr id="12" name="椭圆 11"/>
          <p:cNvSpPr/>
          <p:nvPr userDrawn="1">
            <p:custDataLst>
              <p:tags r:id="rId7"/>
            </p:custDataLst>
          </p:nvPr>
        </p:nvSpPr>
        <p:spPr>
          <a:xfrm>
            <a:off x="1777048" y="3626673"/>
            <a:ext cx="1055600" cy="1055600"/>
          </a:xfrm>
          <a:prstGeom prst="ellipse">
            <a:avLst/>
          </a:prstGeom>
          <a:gradFill>
            <a:gsLst>
              <a:gs pos="9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>
            <p:custDataLst>
              <p:tags r:id="rId8"/>
            </p:custDataLst>
          </p:nvPr>
        </p:nvSpPr>
        <p:spPr>
          <a:xfrm>
            <a:off x="1675814" y="673304"/>
            <a:ext cx="436971" cy="436971"/>
          </a:xfrm>
          <a:prstGeom prst="ellipse">
            <a:avLst/>
          </a:prstGeom>
          <a:gradFill>
            <a:gsLst>
              <a:gs pos="9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>
            <p:custDataLst>
              <p:tags r:id="rId9"/>
            </p:custDataLst>
          </p:nvPr>
        </p:nvSpPr>
        <p:spPr>
          <a:xfrm flipH="1">
            <a:off x="10690611" y="5145127"/>
            <a:ext cx="92066" cy="920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 userDrawn="1">
            <p:custDataLst>
              <p:tags r:id="rId10"/>
            </p:custDataLst>
          </p:nvPr>
        </p:nvSpPr>
        <p:spPr>
          <a:xfrm flipH="1">
            <a:off x="10376728" y="5145127"/>
            <a:ext cx="92066" cy="920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 userDrawn="1">
            <p:custDataLst>
              <p:tags r:id="rId11"/>
            </p:custDataLst>
          </p:nvPr>
        </p:nvSpPr>
        <p:spPr>
          <a:xfrm flipH="1">
            <a:off x="10219788" y="5145127"/>
            <a:ext cx="92066" cy="92066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 userDrawn="1">
            <p:custDataLst>
              <p:tags r:id="rId12"/>
            </p:custDataLst>
          </p:nvPr>
        </p:nvSpPr>
        <p:spPr>
          <a:xfrm flipH="1">
            <a:off x="10533670" y="5145127"/>
            <a:ext cx="92066" cy="920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5305909" y="3019881"/>
            <a:ext cx="5466468" cy="2055473"/>
          </a:xfrm>
        </p:spPr>
        <p:txBody>
          <a:bodyPr wrap="square" anchor="t" anchorCtr="0">
            <a:normAutofit/>
          </a:bodyPr>
          <a:lstStyle>
            <a:lvl1pPr algn="r">
              <a:defRPr sz="5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7"/>
            </p:custDataLst>
          </p:nvPr>
        </p:nvSpPr>
        <p:spPr>
          <a:xfrm>
            <a:off x="5303509" y="1110275"/>
            <a:ext cx="5466468" cy="1813863"/>
          </a:xfrm>
        </p:spPr>
        <p:txBody>
          <a:bodyPr wrap="none" anchor="b" anchorCtr="0">
            <a:normAutofit/>
          </a:bodyPr>
          <a:lstStyle>
            <a:lvl1pPr marL="0" indent="0" algn="r">
              <a:buNone/>
              <a:defRPr sz="8800" b="1">
                <a:gradFill flip="none" rotWithShape="1"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2700000" scaled="1"/>
                  <a:tileRect/>
                </a:gra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cxnSp>
        <p:nvCxnSpPr>
          <p:cNvPr id="3" name="直接连接符 2"/>
          <p:cNvCxnSpPr/>
          <p:nvPr userDrawn="1">
            <p:custDataLst>
              <p:tags r:id="rId18"/>
            </p:custDataLst>
          </p:nvPr>
        </p:nvCxnSpPr>
        <p:spPr>
          <a:xfrm>
            <a:off x="695960" y="6605101"/>
            <a:ext cx="10077450" cy="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>
            <p:custDataLst>
              <p:tags r:id="rId19"/>
            </p:custDataLst>
          </p:nvPr>
        </p:nvCxnSpPr>
        <p:spPr>
          <a:xfrm flipH="1">
            <a:off x="10945019" y="6605101"/>
            <a:ext cx="573881" cy="0"/>
          </a:xfrm>
          <a:prstGeom prst="line">
            <a:avLst/>
          </a:prstGeom>
          <a:ln w="22225" cap="rnd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76000">
                <a:schemeClr val="accent2">
                  <a:alpha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椭圆 14"/>
          <p:cNvSpPr/>
          <p:nvPr userDrawn="1">
            <p:custDataLst>
              <p:tags r:id="rId3"/>
            </p:custDataLst>
          </p:nvPr>
        </p:nvSpPr>
        <p:spPr>
          <a:xfrm>
            <a:off x="7367286" y="1479791"/>
            <a:ext cx="3240000" cy="3240000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52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9" name="任意多边形: 形状 18"/>
          <p:cNvSpPr/>
          <p:nvPr userDrawn="1">
            <p:custDataLst>
              <p:tags r:id="rId4"/>
            </p:custDataLst>
          </p:nvPr>
        </p:nvSpPr>
        <p:spPr>
          <a:xfrm>
            <a:off x="8451850" y="1632262"/>
            <a:ext cx="3740150" cy="5210789"/>
          </a:xfrm>
          <a:custGeom>
            <a:avLst/>
            <a:gdLst>
              <a:gd name="connsiteX0" fmla="*/ 3740150 w 3740150"/>
              <a:gd name="connsiteY0" fmla="*/ 0 h 5210789"/>
              <a:gd name="connsiteX1" fmla="*/ 3740150 w 3740150"/>
              <a:gd name="connsiteY1" fmla="*/ 5210789 h 5210789"/>
              <a:gd name="connsiteX2" fmla="*/ 301051 w 3740150"/>
              <a:gd name="connsiteY2" fmla="*/ 5210789 h 5210789"/>
              <a:gd name="connsiteX3" fmla="*/ 293920 w 3740150"/>
              <a:gd name="connsiteY3" fmla="*/ 5195985 h 5210789"/>
              <a:gd name="connsiteX4" fmla="*/ 0 w 3740150"/>
              <a:gd name="connsiteY4" fmla="*/ 3740150 h 5210789"/>
              <a:gd name="connsiteX5" fmla="*/ 3740150 w 3740150"/>
              <a:gd name="connsiteY5" fmla="*/ 0 h 5210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0150" h="5210789">
                <a:moveTo>
                  <a:pt x="3740150" y="0"/>
                </a:moveTo>
                <a:lnTo>
                  <a:pt x="3740150" y="5210789"/>
                </a:lnTo>
                <a:lnTo>
                  <a:pt x="301051" y="5210789"/>
                </a:lnTo>
                <a:lnTo>
                  <a:pt x="293920" y="5195985"/>
                </a:lnTo>
                <a:cubicBezTo>
                  <a:pt x="104658" y="4748520"/>
                  <a:pt x="0" y="4256557"/>
                  <a:pt x="0" y="3740150"/>
                </a:cubicBezTo>
                <a:cubicBezTo>
                  <a:pt x="0" y="1674522"/>
                  <a:pt x="1674522" y="0"/>
                  <a:pt x="3740150" y="0"/>
                </a:cubicBezTo>
                <a:close/>
              </a:path>
            </a:pathLst>
          </a:custGeom>
          <a:gradFill flip="none" rotWithShape="1">
            <a:gsLst>
              <a:gs pos="88000">
                <a:schemeClr val="bg2"/>
              </a:gs>
              <a:gs pos="39000">
                <a:schemeClr val="bg2">
                  <a:alpha val="0"/>
                </a:schemeClr>
              </a:gs>
            </a:gsLst>
            <a:lin ang="13500000" scaled="1"/>
            <a:tileRect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矩形 13"/>
          <p:cNvSpPr/>
          <p:nvPr userDrawn="1">
            <p:custDataLst>
              <p:tags r:id="rId5"/>
            </p:custDataLst>
          </p:nvPr>
        </p:nvSpPr>
        <p:spPr>
          <a:xfrm>
            <a:off x="0" y="6351259"/>
            <a:ext cx="12192000" cy="50674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83000">
                <a:schemeClr val="accent2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2800" b="1">
              <a:latin typeface="+mj-ea"/>
              <a:ea typeface="+mj-ea"/>
            </a:endParaRPr>
          </a:p>
        </p:txBody>
      </p:sp>
      <p:cxnSp>
        <p:nvCxnSpPr>
          <p:cNvPr id="18" name="直接连接符 17"/>
          <p:cNvCxnSpPr/>
          <p:nvPr userDrawn="1">
            <p:custDataLst>
              <p:tags r:id="rId6"/>
            </p:custDataLst>
          </p:nvPr>
        </p:nvCxnSpPr>
        <p:spPr>
          <a:xfrm>
            <a:off x="695960" y="6605101"/>
            <a:ext cx="10077450" cy="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>
            <p:custDataLst>
              <p:tags r:id="rId7"/>
            </p:custDataLst>
          </p:nvPr>
        </p:nvCxnSpPr>
        <p:spPr>
          <a:xfrm flipH="1">
            <a:off x="10945019" y="6605101"/>
            <a:ext cx="573881" cy="0"/>
          </a:xfrm>
          <a:prstGeom prst="line">
            <a:avLst/>
          </a:prstGeom>
          <a:ln w="22225" cap="rnd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任意多边形: 形状 16"/>
          <p:cNvSpPr/>
          <p:nvPr userDrawn="1">
            <p:custDataLst>
              <p:tags r:id="rId8"/>
            </p:custDataLst>
          </p:nvPr>
        </p:nvSpPr>
        <p:spPr>
          <a:xfrm>
            <a:off x="1" y="1"/>
            <a:ext cx="1320207" cy="1156508"/>
          </a:xfrm>
          <a:custGeom>
            <a:avLst/>
            <a:gdLst>
              <a:gd name="connsiteX0" fmla="*/ 0 w 1809977"/>
              <a:gd name="connsiteY0" fmla="*/ 0 h 1585549"/>
              <a:gd name="connsiteX1" fmla="*/ 1809977 w 1809977"/>
              <a:gd name="connsiteY1" fmla="*/ 0 h 1585549"/>
              <a:gd name="connsiteX2" fmla="*/ 1801326 w 1809977"/>
              <a:gd name="connsiteY2" fmla="*/ 56684 h 1585549"/>
              <a:gd name="connsiteX3" fmla="*/ 116835 w 1809977"/>
              <a:gd name="connsiteY3" fmla="*/ 1579650 h 1585549"/>
              <a:gd name="connsiteX4" fmla="*/ 0 w 1809977"/>
              <a:gd name="connsiteY4" fmla="*/ 1585549 h 1585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9977" h="1585549">
                <a:moveTo>
                  <a:pt x="0" y="0"/>
                </a:moveTo>
                <a:lnTo>
                  <a:pt x="1809977" y="0"/>
                </a:lnTo>
                <a:lnTo>
                  <a:pt x="1801326" y="56684"/>
                </a:lnTo>
                <a:cubicBezTo>
                  <a:pt x="1635100" y="869008"/>
                  <a:pt x="955821" y="1494446"/>
                  <a:pt x="116835" y="1579650"/>
                </a:cubicBezTo>
                <a:lnTo>
                  <a:pt x="0" y="1585549"/>
                </a:lnTo>
                <a:close/>
              </a:path>
            </a:pathLst>
          </a:custGeom>
          <a:gradFill flip="none" rotWithShape="1">
            <a:gsLst>
              <a:gs pos="20000">
                <a:schemeClr val="accent2">
                  <a:alpha val="0"/>
                </a:schemeClr>
              </a:gs>
              <a:gs pos="100000">
                <a:schemeClr val="accent2">
                  <a:alpha val="3000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弧形 20"/>
          <p:cNvSpPr/>
          <p:nvPr userDrawn="1">
            <p:custDataLst>
              <p:tags r:id="rId9"/>
            </p:custDataLst>
          </p:nvPr>
        </p:nvSpPr>
        <p:spPr>
          <a:xfrm flipH="1" flipV="1">
            <a:off x="6581827" y="572963"/>
            <a:ext cx="4505466" cy="4505466"/>
          </a:xfrm>
          <a:prstGeom prst="arc">
            <a:avLst>
              <a:gd name="adj1" fmla="val 8263304"/>
              <a:gd name="adj2" fmla="val 8979118"/>
            </a:avLst>
          </a:prstGeom>
          <a:solidFill>
            <a:schemeClr val="bg2">
              <a:alpha val="0"/>
            </a:schemeClr>
          </a:solidFill>
          <a:ln>
            <a:solidFill>
              <a:schemeClr val="bg2">
                <a:lumMod val="9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 userDrawn="1">
            <p:custDataLst>
              <p:tags r:id="rId10"/>
            </p:custDataLst>
          </p:nvPr>
        </p:nvSpPr>
        <p:spPr>
          <a:xfrm>
            <a:off x="7819164" y="890328"/>
            <a:ext cx="334236" cy="334236"/>
          </a:xfrm>
          <a:prstGeom prst="ellipse">
            <a:avLst/>
          </a:prstGeom>
          <a:gradFill>
            <a:gsLst>
              <a:gs pos="9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4"/>
            </p:custDataLst>
          </p:nvPr>
        </p:nvSpPr>
        <p:spPr>
          <a:xfrm>
            <a:off x="1063228" y="1775895"/>
            <a:ext cx="5235972" cy="2024362"/>
          </a:xfrm>
        </p:spPr>
        <p:txBody>
          <a:bodyPr wrap="square" anchor="b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5"/>
            </p:custDataLst>
          </p:nvPr>
        </p:nvSpPr>
        <p:spPr>
          <a:xfrm>
            <a:off x="8473202" y="667501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600" b="0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2" name="椭圆 21"/>
          <p:cNvSpPr/>
          <p:nvPr userDrawn="1">
            <p:custDataLst>
              <p:tags r:id="rId16"/>
            </p:custDataLst>
          </p:nvPr>
        </p:nvSpPr>
        <p:spPr>
          <a:xfrm>
            <a:off x="1074851" y="867326"/>
            <a:ext cx="108000" cy="108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 userDrawn="1">
            <p:custDataLst>
              <p:tags r:id="rId17"/>
            </p:custDataLst>
          </p:nvPr>
        </p:nvSpPr>
        <p:spPr>
          <a:xfrm>
            <a:off x="1481123" y="867326"/>
            <a:ext cx="108000" cy="108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>
            <p:custDataLst>
              <p:tags r:id="rId18"/>
            </p:custDataLst>
          </p:nvPr>
        </p:nvSpPr>
        <p:spPr>
          <a:xfrm>
            <a:off x="1684260" y="867326"/>
            <a:ext cx="108000" cy="108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 userDrawn="1">
            <p:custDataLst>
              <p:tags r:id="rId19"/>
            </p:custDataLst>
          </p:nvPr>
        </p:nvSpPr>
        <p:spPr>
          <a:xfrm>
            <a:off x="1277987" y="867326"/>
            <a:ext cx="108000" cy="10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 userDrawn="1">
            <p:custDataLst>
              <p:tags r:id="rId20"/>
            </p:custDataLst>
          </p:nvPr>
        </p:nvSpPr>
        <p:spPr>
          <a:xfrm>
            <a:off x="10137187" y="3838727"/>
            <a:ext cx="1174493" cy="1174493"/>
          </a:xfrm>
          <a:prstGeom prst="ellipse">
            <a:avLst/>
          </a:prstGeom>
          <a:gradFill>
            <a:gsLst>
              <a:gs pos="100000">
                <a:schemeClr val="accent2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77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 userDrawn="1">
            <p:custDataLst>
              <p:tags r:id="rId21"/>
            </p:custDataLst>
          </p:nvPr>
        </p:nvSpPr>
        <p:spPr>
          <a:xfrm>
            <a:off x="10741220" y="2120901"/>
            <a:ext cx="828798" cy="828798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52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/>
          <p:cNvSpPr/>
          <p:nvPr userDrawn="1">
            <p:custDataLst>
              <p:tags r:id="rId22"/>
            </p:custDataLst>
          </p:nvPr>
        </p:nvSpPr>
        <p:spPr>
          <a:xfrm>
            <a:off x="1054100" y="4624668"/>
            <a:ext cx="1889646" cy="54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000">
                <a:schemeClr val="accent1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2800" b="1" dirty="0">
              <a:latin typeface="+mj-ea"/>
              <a:ea typeface="+mj-ea"/>
              <a:sym typeface="+mn-ea"/>
            </a:endParaRPr>
          </a:p>
        </p:txBody>
      </p:sp>
      <p:pic>
        <p:nvPicPr>
          <p:cNvPr id="33" name="图形 32"/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2700000">
            <a:off x="1360596" y="4813301"/>
            <a:ext cx="162734" cy="162734"/>
          </a:xfrm>
          <a:prstGeom prst="rect">
            <a:avLst/>
          </a:prstGeom>
        </p:spPr>
      </p:pic>
      <p:sp>
        <p:nvSpPr>
          <p:cNvPr id="3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1713688" y="4624668"/>
            <a:ext cx="2880000" cy="5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2"/>
            </a:solidFill>
          </a:ln>
          <a:effectLst>
            <a:outerShdw blurRad="101600" dist="101600" dir="2700000" algn="tl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1600" b="1" dirty="0">
                <a:solidFill>
                  <a:srgbClr val="031A2F"/>
                </a:solidFill>
                <a:latin typeface="+mn-ea"/>
                <a:ea typeface="+mn-ea"/>
              </a:defRPr>
            </a:lvl1pPr>
          </a:lstStyle>
          <a:p>
            <a:pPr marL="0" lvl="0" algn="ctr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2" Type="http://schemas.openxmlformats.org/officeDocument/2006/relationships/theme" Target="../theme/theme2.xml"/><Relationship Id="rId21" Type="http://schemas.openxmlformats.org/officeDocument/2006/relationships/tags" Target="../tags/tag123.xml"/><Relationship Id="rId20" Type="http://schemas.openxmlformats.org/officeDocument/2006/relationships/tags" Target="../tags/tag12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21.xml"/><Relationship Id="rId18" Type="http://schemas.openxmlformats.org/officeDocument/2006/relationships/tags" Target="../tags/tag120.xml"/><Relationship Id="rId17" Type="http://schemas.openxmlformats.org/officeDocument/2006/relationships/tags" Target="../tags/tag119.xml"/><Relationship Id="rId16" Type="http://schemas.openxmlformats.org/officeDocument/2006/relationships/tags" Target="../tags/tag118.xml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37002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>
            <p:custDataLst>
              <p:tags r:id="rId13"/>
            </p:custDataLst>
          </p:nvPr>
        </p:nvSpPr>
        <p:spPr>
          <a:xfrm>
            <a:off x="10767139" y="296501"/>
            <a:ext cx="742236" cy="742238"/>
          </a:xfrm>
          <a:prstGeom prst="ellipse">
            <a:avLst/>
          </a:prstGeom>
          <a:gradFill>
            <a:gsLst>
              <a:gs pos="100000">
                <a:schemeClr val="accent2">
                  <a:alpha val="50000"/>
                </a:schemeClr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76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14"/>
            </p:custDataLst>
          </p:nvPr>
        </p:nvSpPr>
        <p:spPr>
          <a:xfrm>
            <a:off x="10975832" y="261411"/>
            <a:ext cx="1216167" cy="936058"/>
          </a:xfrm>
          <a:custGeom>
            <a:avLst/>
            <a:gdLst>
              <a:gd name="connsiteX0" fmla="*/ 1762548 w 1762548"/>
              <a:gd name="connsiteY0" fmla="*/ 0 h 1540757"/>
              <a:gd name="connsiteX1" fmla="*/ 1762548 w 1762548"/>
              <a:gd name="connsiteY1" fmla="*/ 1540757 h 1540757"/>
              <a:gd name="connsiteX2" fmla="*/ 0 w 1762548"/>
              <a:gd name="connsiteY2" fmla="*/ 1540757 h 1540757"/>
              <a:gd name="connsiteX3" fmla="*/ 18169 w 1762548"/>
              <a:gd name="connsiteY3" fmla="*/ 1421710 h 1540757"/>
              <a:gd name="connsiteX4" fmla="*/ 1762548 w 1762548"/>
              <a:gd name="connsiteY4" fmla="*/ 0 h 1540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2548" h="1540757">
                <a:moveTo>
                  <a:pt x="1762548" y="0"/>
                </a:moveTo>
                <a:lnTo>
                  <a:pt x="1762548" y="1540757"/>
                </a:lnTo>
                <a:lnTo>
                  <a:pt x="0" y="1540757"/>
                </a:lnTo>
                <a:lnTo>
                  <a:pt x="18169" y="1421710"/>
                </a:lnTo>
                <a:cubicBezTo>
                  <a:pt x="184199" y="610342"/>
                  <a:pt x="902097" y="0"/>
                  <a:pt x="1762548" y="0"/>
                </a:cubicBezTo>
                <a:close/>
              </a:path>
            </a:pathLst>
          </a:custGeom>
          <a:gradFill flip="none" rotWithShape="1">
            <a:gsLst>
              <a:gs pos="83000">
                <a:schemeClr val="bg1">
                  <a:alpha val="50000"/>
                </a:schemeClr>
              </a:gs>
              <a:gs pos="39000">
                <a:schemeClr val="bg1">
                  <a:alpha val="5000"/>
                </a:schemeClr>
              </a:gs>
            </a:gsLst>
            <a:lin ang="13500000" scaled="1"/>
            <a:tileRect/>
          </a:gradFill>
          <a:ln w="6350">
            <a:gradFill flip="none" rotWithShape="1">
              <a:gsLst>
                <a:gs pos="17000">
                  <a:schemeClr val="bg1"/>
                </a:gs>
                <a:gs pos="43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 userDrawn="1">
            <p:custDataLst>
              <p:tags r:id="rId15"/>
            </p:custDataLst>
          </p:nvPr>
        </p:nvSpPr>
        <p:spPr>
          <a:xfrm>
            <a:off x="0" y="6585002"/>
            <a:ext cx="12192000" cy="272998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alpha val="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3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副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7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/>
              <a:t>Reactive Native Notes</a:t>
            </a:r>
            <a:endParaRPr lang="zh-CN" altLang="en-US"/>
          </a:p>
        </p:txBody>
      </p:sp>
      <p:sp>
        <p:nvSpPr>
          <p:cNvPr id="8" name="公司名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713688" y="4624668"/>
            <a:ext cx="2880000" cy="5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2"/>
            </a:solidFill>
          </a:ln>
          <a:effectLst>
            <a:outerShdw blurRad="101600" dist="101600" dir="2700000" algn="tl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1600" b="1" kern="1200" dirty="0">
                <a:solidFill>
                  <a:srgbClr val="031A2F"/>
                </a:solidFill>
                <a:latin typeface="+mn-ea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  <a:sym typeface="+mn-ea"/>
              </a:rPr>
              <a:t>Last updated: 10/8/2024</a:t>
            </a:r>
            <a:endParaRPr lang="en-US" altLang="zh-CN">
              <a:solidFill>
                <a:schemeClr val="dk2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https://reactnative.cn/docs/getting-started</a:t>
            </a:r>
            <a:endParaRPr lang="zh-CN" altLang="en-US"/>
          </a:p>
          <a:p>
            <a:r>
              <a:rPr lang="zh-CN" altLang="en-US"/>
              <a:t>https://cloud.tencent.com/developer/article/2138848</a:t>
            </a:r>
            <a:endParaRPr lang="zh-CN" altLang="en-US"/>
          </a:p>
          <a:p>
            <a:r>
              <a:rPr lang="zh-CN" altLang="en-US"/>
              <a:t>https://cloud.tencent.com/developer/article/1035975</a:t>
            </a:r>
            <a:endParaRPr lang="zh-CN" altLang="en-US"/>
          </a:p>
          <a:p>
            <a:pPr lvl="1"/>
            <a:r>
              <a:rPr lang="en-US" altLang="zh-CN"/>
              <a:t>iOS </a:t>
            </a:r>
            <a:r>
              <a:rPr lang="zh-CN" altLang="en-US"/>
              <a:t>常见错误和解决方案</a:t>
            </a:r>
            <a:endParaRPr lang="zh-CN" altLang="en-US"/>
          </a:p>
          <a:p>
            <a:pPr lvl="0"/>
            <a:r>
              <a:rPr lang="zh-CN" altLang="en-US"/>
              <a:t>https://winney07.github.io/2021/10/02/React-Native环境配置相关笔记/</a:t>
            </a:r>
            <a:endParaRPr lang="zh-CN" altLang="en-US"/>
          </a:p>
          <a:p>
            <a:pPr lvl="1"/>
            <a:r>
              <a:rPr lang="en-US" altLang="zh-CN"/>
              <a:t>Mac</a:t>
            </a:r>
            <a:r>
              <a:rPr lang="zh-CN" altLang="en-US"/>
              <a:t>环境搭建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搭建开发环境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zh-CN"/>
              <a:t>Windows+Android</a:t>
            </a:r>
            <a:endParaRPr lang="en-US" altLang="zh-CN"/>
          </a:p>
          <a:p>
            <a:pPr lvl="1"/>
            <a:r>
              <a:rPr lang="zh-CN" altLang="en-US"/>
              <a:t>安装</a:t>
            </a:r>
            <a:r>
              <a:rPr lang="en-US" altLang="zh-CN"/>
              <a:t>Node&gt;=18</a:t>
            </a:r>
            <a:endParaRPr lang="en-US" altLang="zh-CN"/>
          </a:p>
          <a:p>
            <a:pPr lvl="2"/>
            <a:r>
              <a:rPr lang="en-US" altLang="zh-CN" sz="1800"/>
              <a:t>nvm install 22.9</a:t>
            </a:r>
            <a:endParaRPr lang="en-US" altLang="zh-CN" sz="1800"/>
          </a:p>
          <a:p>
            <a:pPr lvl="2"/>
            <a:r>
              <a:rPr lang="en-US" altLang="zh-CN" sz="1800"/>
              <a:t>nvm use 22.9.0</a:t>
            </a:r>
            <a:endParaRPr lang="en-US" altLang="zh-CN" sz="1800"/>
          </a:p>
          <a:p>
            <a:pPr lvl="2"/>
            <a:r>
              <a:rPr lang="en-US" altLang="zh-CN"/>
              <a:t>npx nrm use taobao</a:t>
            </a:r>
            <a:r>
              <a:rPr lang="en-US" altLang="zh-CN" sz="1800"/>
              <a:t> (npx nrm use npm)</a:t>
            </a:r>
            <a:endParaRPr lang="en-US" altLang="zh-CN" sz="1800"/>
          </a:p>
          <a:p>
            <a:pPr lvl="1"/>
            <a:r>
              <a:rPr lang="zh-CN" altLang="en-US" sz="2000"/>
              <a:t>安装</a:t>
            </a:r>
            <a:r>
              <a:rPr lang="en-US" altLang="zh-CN" sz="2000"/>
              <a:t>yarn</a:t>
            </a:r>
            <a:endParaRPr lang="en-US" altLang="zh-CN" sz="2000"/>
          </a:p>
          <a:p>
            <a:pPr lvl="2"/>
            <a:r>
              <a:rPr lang="en-US" altLang="zh-CN" sz="1800"/>
              <a:t>npm i -g yarn </a:t>
            </a:r>
            <a:r>
              <a:rPr lang="zh-CN" altLang="en-US" sz="1800"/>
              <a:t>（</a:t>
            </a:r>
            <a:r>
              <a:rPr lang="en-US" altLang="zh-CN" sz="1800"/>
              <a:t>yarn -v)</a:t>
            </a:r>
            <a:endParaRPr lang="en-US" altLang="zh-CN" sz="1800"/>
          </a:p>
          <a:p>
            <a:pPr lvl="1"/>
            <a:r>
              <a:rPr lang="zh-CN" altLang="en-US"/>
              <a:t>安装</a:t>
            </a:r>
            <a:r>
              <a:rPr lang="en-US" altLang="zh-CN"/>
              <a:t>JDK17</a:t>
            </a:r>
            <a:endParaRPr lang="en-US" altLang="zh-CN"/>
          </a:p>
          <a:p>
            <a:pPr lvl="2"/>
            <a:r>
              <a:rPr lang="en-US" altLang="zh-CN"/>
              <a:t>download from https://adoptium.net/zh-CN/temurin/releases/?variant=openjdk17&amp;jvmVariant=hotspot</a:t>
            </a:r>
            <a:endParaRPr lang="en-US" altLang="zh-CN"/>
          </a:p>
          <a:p>
            <a:pPr lvl="2"/>
            <a:r>
              <a:rPr lang="en-US" altLang="zh-CN"/>
              <a:t>javac -version</a:t>
            </a:r>
            <a:endParaRPr lang="en-US" altLang="zh-CN"/>
          </a:p>
          <a:p>
            <a:pPr lvl="1"/>
            <a:r>
              <a:rPr lang="zh-CN" altLang="en-US"/>
              <a:t>安装</a:t>
            </a:r>
            <a:r>
              <a:rPr lang="en-US" altLang="zh-CN"/>
              <a:t>Android Studio</a:t>
            </a:r>
            <a:r>
              <a:rPr lang="zh-CN" altLang="en-US"/>
              <a:t>、</a:t>
            </a:r>
            <a:r>
              <a:rPr lang="en-US" altLang="zh-CN"/>
              <a:t>Android SDK</a:t>
            </a:r>
            <a:endParaRPr lang="en-US" altLang="zh-CN"/>
          </a:p>
          <a:p>
            <a:pPr lvl="2"/>
            <a:r>
              <a:rPr lang="zh-CN" altLang="en-US"/>
              <a:t>添加</a:t>
            </a:r>
            <a:r>
              <a:rPr lang="en-US" altLang="zh-CN"/>
              <a:t>ANDROID_HOME</a:t>
            </a:r>
            <a:r>
              <a:rPr lang="zh-CN" altLang="en-US"/>
              <a:t>环境变量，指向</a:t>
            </a:r>
            <a:r>
              <a:rPr lang="en-US" altLang="zh-CN"/>
              <a:t>Android SDK</a:t>
            </a:r>
            <a:r>
              <a:rPr lang="zh-CN" altLang="en-US"/>
              <a:t>路径</a:t>
            </a:r>
            <a:endParaRPr lang="zh-CN" altLang="en-US"/>
          </a:p>
          <a:p>
            <a:pPr lvl="2"/>
            <a:r>
              <a:rPr lang="zh-CN" altLang="en-US"/>
              <a:t>将%ANDROID_HOME%\platform-tools添加到系统</a:t>
            </a:r>
            <a:r>
              <a:rPr lang="en-US" altLang="zh-CN"/>
              <a:t>Path</a:t>
            </a:r>
            <a:r>
              <a:rPr lang="zh-CN" altLang="en-US"/>
              <a:t>环境变量</a:t>
            </a:r>
            <a:endParaRPr lang="zh-CN" altLang="en-US"/>
          </a:p>
          <a:p>
            <a:pPr lvl="2"/>
            <a:r>
              <a:rPr lang="zh-CN" altLang="en-US"/>
              <a:t>添加GRADLE_USER_HOME环境变量，指向正确的路径（C:\Users\losti\.gradle）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创建、调试项目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创建项目</a:t>
            </a:r>
            <a:endParaRPr lang="en-US" altLang="zh-CN"/>
          </a:p>
          <a:p>
            <a:pPr lvl="1"/>
            <a:r>
              <a:rPr lang="en-US" altLang="zh-CN"/>
              <a:t>npx @react-native-community/cli@latest init AwesomeProject --version 0.74.6 --verbose</a:t>
            </a:r>
            <a:endParaRPr lang="en-US" altLang="zh-CN"/>
          </a:p>
          <a:p>
            <a:pPr lvl="1"/>
            <a:r>
              <a:rPr lang="en-US" altLang="zh-CN"/>
              <a:t>cd AwesomeProject</a:t>
            </a:r>
            <a:endParaRPr lang="en-US" altLang="zh-CN"/>
          </a:p>
          <a:p>
            <a:pPr lvl="1"/>
            <a:r>
              <a:rPr lang="en-US" altLang="zh-CN"/>
              <a:t>yarn android --verbose (yarn react-native run-android)</a:t>
            </a:r>
            <a:endParaRPr lang="en-US" altLang="zh-CN"/>
          </a:p>
          <a:p>
            <a:pPr lvl="0"/>
            <a:r>
              <a:rPr lang="zh-CN" altLang="en-US"/>
              <a:t>调试项目</a:t>
            </a:r>
            <a:endParaRPr lang="zh-CN" altLang="en-US"/>
          </a:p>
          <a:p>
            <a:pPr lvl="1"/>
            <a:r>
              <a:rPr lang="zh-CN" altLang="en-US"/>
              <a:t>设备上开启</a:t>
            </a:r>
            <a:r>
              <a:rPr lang="en-US" altLang="zh-CN"/>
              <a:t>USB</a:t>
            </a:r>
            <a:r>
              <a:rPr lang="zh-CN" altLang="en-US"/>
              <a:t>调试</a:t>
            </a:r>
            <a:endParaRPr lang="zh-CN" altLang="en-US"/>
          </a:p>
          <a:p>
            <a:pPr lvl="1"/>
            <a:r>
              <a:rPr lang="zh-CN" altLang="en-US"/>
              <a:t>通过</a:t>
            </a:r>
            <a:r>
              <a:rPr lang="en-US" altLang="zh-CN"/>
              <a:t>USB</a:t>
            </a:r>
            <a:r>
              <a:rPr lang="zh-CN" altLang="en-US"/>
              <a:t>连接设备</a:t>
            </a:r>
            <a:endParaRPr lang="zh-CN" altLang="en-US"/>
          </a:p>
          <a:p>
            <a:pPr lvl="1"/>
            <a:r>
              <a:rPr lang="en-US" altLang="zh-CN"/>
              <a:t>adb devices</a:t>
            </a:r>
            <a:endParaRPr lang="en-US" altLang="zh-CN"/>
          </a:p>
          <a:p>
            <a:pPr lvl="1"/>
            <a:r>
              <a:rPr lang="zh-CN" altLang="en-US"/>
              <a:t>npx react-native run-android</a:t>
            </a:r>
            <a:endParaRPr lang="zh-CN" altLang="en-US"/>
          </a:p>
          <a:p>
            <a:pPr lvl="1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组件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960" y="1301750"/>
            <a:ext cx="4711700" cy="4873625"/>
          </a:xfrm>
        </p:spPr>
        <p:txBody>
          <a:bodyPr/>
          <a:p>
            <a:r>
              <a:rPr lang="en-US" altLang="zh-CN"/>
              <a:t>Intro</a:t>
            </a:r>
            <a:endParaRPr lang="en-US" altLang="zh-CN"/>
          </a:p>
          <a:p>
            <a:pPr lvl="1"/>
            <a:r>
              <a:rPr lang="en-US" altLang="zh-CN"/>
              <a:t>RN</a:t>
            </a:r>
            <a:r>
              <a:rPr lang="zh-CN" altLang="en-US"/>
              <a:t>组件是对原生视图的封装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7025" y="1301750"/>
            <a:ext cx="6486525" cy="27984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JSX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FAQ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Downloading https://services.gradle.org/distributions/gradle-8.6-all.zip</a:t>
            </a:r>
            <a:endParaRPr lang="zh-CN" altLang="en-US"/>
          </a:p>
          <a:p>
            <a:pPr lvl="1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22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3"/>
</p:tagLst>
</file>

<file path=ppt/tags/tag23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6"/>
</p:tagLst>
</file>

<file path=ppt/tags/tag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3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3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3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4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4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8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文本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68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69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文本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70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7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8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9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4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5934"/>
</p:tagLst>
</file>

<file path=ppt/tags/tag12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5934"/>
</p:tagLst>
</file>

<file path=ppt/tags/tag123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5934"/>
  <p:tag name="KSO_WM_TEMPLATE_CATEGORY" val="custom"/>
  <p:tag name="KSO_WM_TEMPLATE_MASTER_TYPE" val="0"/>
  <p:tag name="KSO_WM_TEMPLATE_COLORSEQUENCE" val="1,2,3,4,5,6"/>
</p:tagLst>
</file>

<file path=ppt/tags/tag124.xml><?xml version="1.0" encoding="utf-8"?>
<p:tagLst xmlns:p="http://schemas.openxmlformats.org/presentationml/2006/main">
  <p:tag name="KSO_WM_UNIT_INDEX" val="2"/>
  <p:tag name="KSO_WM_UNIT_TEXT_SUBTYPE" val="a"/>
  <p:tag name="KSO_WM_UNIT_SUBTYPE" val="a"/>
  <p:tag name="KSO_WM_UNIT_TYPE" val="f"/>
  <p:tag name="KSO_WM_BEAUTIFY_FLAG" val="#wm#"/>
</p:tagLst>
</file>

<file path=ppt/tags/tag12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934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34"/>
  <p:tag name="KSO_WM_TEMPLATE_CATEGORY" val="custom"/>
  <p:tag name="KSO_WM_UNIT_ISCONTENTSTITLE" val="0"/>
  <p:tag name="KSO_WM_UNIT_PRESET_TEXT" val="单击此处&#10;添加文档标题"/>
  <p:tag name="KSO_WM_UNIT_TEXT_TYPE" val="1"/>
</p:tagLst>
</file>

<file path=ppt/tags/tag126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ID" val="custom20235934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34"/>
  <p:tag name="KSO_WM_TEMPLATE_CATEGORY" val="custom"/>
  <p:tag name="KSO_WM_UNIT_VALUE" val="13"/>
</p:tagLst>
</file>

<file path=ppt/tags/tag127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5934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34"/>
  <p:tag name="KSO_WM_TEMPLATE_CATEGORY" val="custom"/>
</p:tagLst>
</file>

<file path=ppt/tags/tag128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5934"/>
  <p:tag name="KSO_WM_TEMPLATE_CATEGORY" val="custom"/>
  <p:tag name="KSO_WM_SLIDE_INDEX" val="1"/>
  <p:tag name="KSO_WM_SLIDE_ID" val="custom20235934_1"/>
  <p:tag name="KSO_WM_TEMPLATE_MASTER_TYPE" val="0"/>
  <p:tag name="KSO_WM_SLIDE_LAYOUT" val="a_f"/>
  <p:tag name="KSO_WM_SLIDE_LAYOUT_CNT" val="1_2"/>
  <p:tag name="KSO_WM_TEMPLATE_COLORSEQUENCE" val="1,2,3,4,5,6"/>
  <p:tag name="KSO_WM_SLIDE_THEME_ID" val="3326740"/>
  <p:tag name="KSO_WM_SLIDE_THEME_NAME" val="蓝色职场办公简约风主题"/>
</p:tagLst>
</file>

<file path=ppt/tags/tag129.xml><?xml version="1.0" encoding="utf-8"?>
<p:tagLst xmlns:p="http://schemas.openxmlformats.org/presentationml/2006/main">
  <p:tag name="KSO_WM_BEAUTIFY_FLAG" val="#wm#"/>
  <p:tag name="KSO_WM_TEMPLATE_CATEGORY" val="custom"/>
  <p:tag name="KSO_WM_TEMPLATE_INDEX" val="20235934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35934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35934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35934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35934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35934"/>
</p:tagLst>
</file>

<file path=ppt/tags/tag135.xml><?xml version="1.0" encoding="utf-8"?>
<p:tagLst xmlns:p="http://schemas.openxmlformats.org/presentationml/2006/main">
  <p:tag name="commondata" val="eyJoZGlkIjoiYjRhZjQ5NWVmZmQxNmM3NmNkNDYxNWRmNzNmMjA1ZDA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2024.3.12-4">
      <a:dk1>
        <a:srgbClr val="333333"/>
      </a:dk1>
      <a:lt1>
        <a:sysClr val="window" lastClr="FFFFFF"/>
      </a:lt1>
      <a:dk2>
        <a:srgbClr val="031A2F"/>
      </a:dk2>
      <a:lt2>
        <a:srgbClr val="E6EFFE"/>
      </a:lt2>
      <a:accent1>
        <a:srgbClr val="3758FB"/>
      </a:accent1>
      <a:accent2>
        <a:srgbClr val="419BFD"/>
      </a:accent2>
      <a:accent3>
        <a:srgbClr val="6542FC"/>
      </a:accent3>
      <a:accent4>
        <a:srgbClr val="9B42FC"/>
      </a:accent4>
      <a:accent5>
        <a:srgbClr val="D042FC"/>
      </a:accent5>
      <a:accent6>
        <a:srgbClr val="FB43CB"/>
      </a:accent6>
      <a:hlink>
        <a:srgbClr val="0026E5"/>
      </a:hlink>
      <a:folHlink>
        <a:srgbClr val="7E1FAD"/>
      </a:folHlink>
    </a:clrScheme>
    <a:fontScheme name="qmj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1006</Words>
  <Application>WPS 演示</Application>
  <PresentationFormat>宽屏</PresentationFormat>
  <Paragraphs>55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Arial Unicode MS</vt:lpstr>
      <vt:lpstr>Calibri</vt:lpstr>
      <vt:lpstr>微软雅黑</vt:lpstr>
      <vt:lpstr>Wingdings</vt:lpstr>
      <vt:lpstr>江城圆体 400W</vt:lpstr>
      <vt:lpstr>WPS</vt:lpstr>
      <vt:lpstr>1_Office 主题​​</vt:lpstr>
      <vt:lpstr>Reactive Native Notes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Sparks Lu</dc:creator>
  <cp:lastModifiedBy>VhuanTech</cp:lastModifiedBy>
  <cp:revision>38</cp:revision>
  <dcterms:created xsi:type="dcterms:W3CDTF">2023-08-09T12:44:00Z</dcterms:created>
  <dcterms:modified xsi:type="dcterms:W3CDTF">2024-10-09T05:04:32Z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2052-12.1.0.18543</vt:lpwstr>
  </property>
</Properties>
</file>